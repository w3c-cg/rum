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  <p:embeddedFont>
      <p:font typeface="Roboto Mono"/>
      <p:regular r:id="rId16"/>
      <p:bold r:id="rId17"/>
      <p:italic r:id="rId18"/>
      <p:boldItalic r:id="rId19"/>
    </p:embeddedFont>
    <p:embeddedFont>
      <p:font typeface="Alfa Slab On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faSlab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e1d2ef8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e1d2ef8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10f50819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10f50819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6c8824f3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6c8824f3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d298ff6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6d298ff6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d298ff6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d298ff6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w3c-cg/rum" TargetMode="External"/><Relationship Id="rId4" Type="http://schemas.openxmlformats.org/officeDocument/2006/relationships/hyperlink" Target="https://github.com/orgs/w3c-cg/projects/1" TargetMode="External"/><Relationship Id="rId11" Type="http://schemas.openxmlformats.org/officeDocument/2006/relationships/hyperlink" Target="https://join.slack.com/t/webperformance/shared_invite/zt-2tfv0xswx-ScO5G8CjsWCajTvfXigo~g" TargetMode="External"/><Relationship Id="rId10" Type="http://schemas.openxmlformats.org/officeDocument/2006/relationships/hyperlink" Target="https://groups.google.com/g/rumcg-participants" TargetMode="External"/><Relationship Id="rId12" Type="http://schemas.openxmlformats.org/officeDocument/2006/relationships/hyperlink" Target="https://lists.w3.org/Archives/Public/public-rumcg/" TargetMode="External"/><Relationship Id="rId9" Type="http://schemas.openxmlformats.org/officeDocument/2006/relationships/hyperlink" Target="http://meet.google.com/acc-nfyb-yhv" TargetMode="External"/><Relationship Id="rId5" Type="http://schemas.openxmlformats.org/officeDocument/2006/relationships/hyperlink" Target="http://fireflies.ai" TargetMode="External"/><Relationship Id="rId6" Type="http://schemas.openxmlformats.org/officeDocument/2006/relationships/hyperlink" Target="https://docs.google.com/document/d/1rLCI3sySslyZXyZkx5r3c8J1RYBHgYoulyUu-KybLDw/edit?tab=t.0#heading=h.47h6tzdi5d55" TargetMode="External"/><Relationship Id="rId7" Type="http://schemas.openxmlformats.org/officeDocument/2006/relationships/hyperlink" Target="https://docs.google.com/document/d/1rLCI3sySslyZXyZkx5r3c8J1RYBHgYoulyUu-KybLDw/edit?tab=t.0#heading=h.47h6tzdi5d55" TargetMode="External"/><Relationship Id="rId8" Type="http://schemas.openxmlformats.org/officeDocument/2006/relationships/hyperlink" Target="https://bit.ly/rumcg-agend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rumcg-agenda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presentation/d/1s9kuZMgddIvafvyRczdxmDvjDSwm3aqA74PuOCmB6dQ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928630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</a:t>
            </a:r>
            <a:br>
              <a:rPr lang="en"/>
            </a:br>
            <a:r>
              <a:rPr lang="en"/>
              <a:t>Community Group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489924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2026-09-09 Edition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●"/>
            </a:pPr>
            <a:r>
              <a:rPr lang="en" sz="2600">
                <a:solidFill>
                  <a:srgbClr val="000000"/>
                </a:solidFill>
              </a:rPr>
              <a:t>Agentic Browsers</a:t>
            </a:r>
            <a:endParaRPr sz="2600">
              <a:solidFill>
                <a:srgbClr val="000000"/>
              </a:solidFill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600"/>
              <a:buChar char="●"/>
            </a:pPr>
            <a:r>
              <a:rPr lang="en" sz="2600">
                <a:solidFill>
                  <a:srgbClr val="000000"/>
                </a:solidFill>
              </a:rPr>
              <a:t>Interop 2027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706775" y="1152475"/>
            <a:ext cx="4260300" cy="3798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Github Repo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github.com/w3c-cg/rum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Group details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Links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Meeting minutes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Tracking Project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github.com/orgs/w3c-cg/projects/1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Minutes via </a:t>
            </a:r>
            <a:r>
              <a:rPr lang="en" u="sng">
                <a:solidFill>
                  <a:schemeClr val="hlink"/>
                </a:solidFill>
                <a:hlinkClick r:id="rId5"/>
              </a:rPr>
              <a:t>fireflies.ai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AI summary + transcript will be posted after</a:t>
            </a:r>
            <a:endParaRPr sz="1300"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Full video recording also available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cadence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2nd Wednesday of the Month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60 minutes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10am ET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Age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nda Document</a:t>
            </a:r>
            <a:endParaRPr>
              <a:solidFill>
                <a:schemeClr val="accent5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</a:pPr>
            <a:r>
              <a:rPr lang="en">
                <a:solidFill>
                  <a:schemeClr val="accent5"/>
                </a:solidFill>
              </a:rPr>
              <a:t>(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r>
              <a:rPr lang="en">
                <a:solidFill>
                  <a:schemeClr val="accent5"/>
                </a:solidFill>
              </a:rPr>
              <a:t>)</a:t>
            </a:r>
            <a:br>
              <a:rPr lang="en">
                <a:solidFill>
                  <a:schemeClr val="accent5"/>
                </a:solidFill>
              </a:rPr>
            </a:b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Meet for Meetings</a:t>
            </a:r>
            <a:endParaRPr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sub to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rumcg-participants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for invites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Chat on Web Performance Slack </a:t>
            </a:r>
            <a:r>
              <a:rPr lang="en" sz="14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#w3c-rum-community-group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invites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public-rumcg@w3.org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(for discussions)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Wed </a:t>
            </a:r>
            <a:r>
              <a:rPr b="1" lang="en" u="sng"/>
              <a:t>October 14</a:t>
            </a:r>
            <a:r>
              <a:rPr b="1" lang="en" u="sng"/>
              <a:t>th</a:t>
            </a:r>
            <a:r>
              <a:rPr lang="en"/>
              <a:t> @ 10am 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2nd </a:t>
            </a:r>
            <a:r>
              <a:rPr b="1" lang="en" u="sng"/>
              <a:t>Wednesday</a:t>
            </a:r>
            <a:r>
              <a:rPr lang="en"/>
              <a:t> </a:t>
            </a:r>
            <a:r>
              <a:rPr lang="en"/>
              <a:t>of each month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Topics?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2CC"/>
                </a:highlight>
              </a:rPr>
              <a:t>?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Submit &amp; Vote topics @ </a:t>
            </a:r>
            <a:r>
              <a:rPr lang="en" sz="14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endParaRPr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Meeting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575" y="1016858"/>
            <a:ext cx="4110401" cy="31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90250" y="526350"/>
            <a:ext cx="7710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Browser RUM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Browser RUM</a:t>
            </a:r>
            <a:endParaRPr/>
          </a:p>
        </p:txBody>
      </p:sp>
      <p:sp>
        <p:nvSpPr>
          <p:cNvPr id="88" name="Google Shape;88;p18"/>
          <p:cNvSpPr txBox="1"/>
          <p:nvPr>
            <p:ph idx="4294967295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Slides @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https://docs.google.com/presentation/d/1s9kuZMgddIvafvyRczdxmDvjDSwm3aqA74PuOCmB6dQ/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