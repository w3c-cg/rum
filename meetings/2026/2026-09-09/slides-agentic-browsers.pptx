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Proxima Nova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  <p:embeddedFont>
      <p:font typeface="Alfa Slab One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B91DBC-1AC1-4FE1-959B-CAE3C5E85A07}">
  <a:tblStyle styleId="{50B91DBC-1AC1-4FE1-959B-CAE3C5E85A0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roximaNov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4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3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6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5.xml"/><Relationship Id="rId34" Type="http://schemas.openxmlformats.org/officeDocument/2006/relationships/font" Target="fonts/RobotoMono-bold.fntdata"/><Relationship Id="rId15" Type="http://schemas.openxmlformats.org/officeDocument/2006/relationships/slide" Target="slides/slide8.xml"/><Relationship Id="rId37" Type="http://schemas.openxmlformats.org/officeDocument/2006/relationships/font" Target="fonts/AlfaSlabOne-regular.fntdata"/><Relationship Id="rId14" Type="http://schemas.openxmlformats.org/officeDocument/2006/relationships/slide" Target="slides/slide7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bc871499_4_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bc871499_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bc871499_4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bc871499_4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9cce14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99cce14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99cce148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99cce148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9cce148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99cce148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99cce14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99cce14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99cce148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99cce148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9cce148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99cce148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90d337d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b90d337d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99cce148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99cce148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99cce148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99cce148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6cffa045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6cffa045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6cffa045e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6cffa045e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cffa045e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6cffa045e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Steve Souders: High Performance Web Sites - 14 Rules For Faster Pages:</a:t>
            </a:r>
            <a:br>
              <a:rPr lang="en"/>
            </a:br>
            <a:r>
              <a:rPr lang="en"/>
              <a:t>https://www.youtube.com/watch?v=arz3jhMfUx0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6cffa045e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6cffa045e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6cffa045e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6cffa045e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Web Vitals - first published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https://web.dev/articles/vitals#core-web-vitals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6cffa045e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6cffa045e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6cffa045e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6cffa045e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6cffa045e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6cffa045e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6cffa045e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6cffa045e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6cffa045e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f6cffa045e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chatgpt.com" TargetMode="External"/><Relationship Id="rId4" Type="http://schemas.openxmlformats.org/officeDocument/2006/relationships/hyperlink" Target="https://www.perplexity.ai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13" Type="http://schemas.openxmlformats.org/officeDocument/2006/relationships/image" Target="../media/image3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5" Type="http://schemas.openxmlformats.org/officeDocument/2006/relationships/image" Target="../media/image8.png"/><Relationship Id="rId14" Type="http://schemas.openxmlformats.org/officeDocument/2006/relationships/hyperlink" Target="https://www.youtube.com/watch?v=arz3jhMfUx0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13" Type="http://schemas.openxmlformats.org/officeDocument/2006/relationships/image" Target="../media/image3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5" Type="http://schemas.openxmlformats.org/officeDocument/2006/relationships/image" Target="../media/image14.png"/><Relationship Id="rId14" Type="http://schemas.openxmlformats.org/officeDocument/2006/relationships/hyperlink" Target="https://web.dev/articles/vitals#core-web-vitals" TargetMode="External"/><Relationship Id="rId17" Type="http://schemas.openxmlformats.org/officeDocument/2006/relationships/image" Target="../media/image17.png"/><Relationship Id="rId16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3.png"/><Relationship Id="rId13" Type="http://schemas.openxmlformats.org/officeDocument/2006/relationships/image" Target="../media/image15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3.png"/><Relationship Id="rId13" Type="http://schemas.openxmlformats.org/officeDocument/2006/relationships/image" Target="../media/image6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5" Type="http://schemas.openxmlformats.org/officeDocument/2006/relationships/image" Target="../media/image16.png"/><Relationship Id="rId14" Type="http://schemas.openxmlformats.org/officeDocument/2006/relationships/image" Target="../media/image13.png"/><Relationship Id="rId17" Type="http://schemas.openxmlformats.org/officeDocument/2006/relationships/image" Target="../media/image17.png"/><Relationship Id="rId16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928630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 CG</a:t>
            </a:r>
            <a:br>
              <a:rPr lang="en"/>
            </a:br>
            <a:r>
              <a:rPr lang="en"/>
              <a:t>Agentic Browsers</a:t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3489924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2026-09-09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Agentic Browsers?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can they do?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they be detected?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What does it matter for RUM?</a:t>
            </a:r>
            <a:endParaRPr/>
          </a:p>
        </p:txBody>
      </p:sp>
      <p:sp>
        <p:nvSpPr>
          <p:cNvPr id="108" name="Google Shape;10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browser: Adds features like summaries, writing help, chat sidebar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Agentic browser: LLM + browser + agent, and the LLM </a:t>
            </a:r>
            <a:r>
              <a:rPr lang="en" u="sng"/>
              <a:t>can</a:t>
            </a:r>
            <a:r>
              <a:rPr lang="en"/>
              <a:t> navigate, </a:t>
            </a:r>
            <a:r>
              <a:rPr lang="en"/>
              <a:t>click, fill forms, and complete multi-step tasks on behalf of a user </a:t>
            </a:r>
            <a:r>
              <a:rPr lang="en" u="sng"/>
              <a:t>without the user driving each action</a:t>
            </a:r>
            <a:endParaRPr u="sng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6AA84F"/>
              </a:buClr>
              <a:buSzPts val="1400"/>
              <a:buChar char="○"/>
            </a:pPr>
            <a:r>
              <a:rPr lang="en">
                <a:solidFill>
                  <a:srgbClr val="6AA84F"/>
                </a:solidFill>
              </a:rPr>
              <a:t>Consumer: ChatGPT Atlas (retired) / Desktop, Perplexity Comet, Dia, Opera Neon, Fellou</a:t>
            </a:r>
            <a:endParaRPr>
              <a:solidFill>
                <a:srgbClr val="6AA84F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6AA84F"/>
              </a:buClr>
              <a:buSzPts val="1400"/>
              <a:buChar char="○"/>
            </a:pPr>
            <a:r>
              <a:rPr lang="en">
                <a:solidFill>
                  <a:srgbClr val="6AA84F"/>
                </a:solidFill>
              </a:rPr>
              <a:t>Browser Features / Extensions: Chrome Auto Browse (Gemini), Microsoft Edge Browse with Copilot, Google Project Mariner (Chrome extension), Claude for Chrome, Composite, MultiOn (extension mode)</a:t>
            </a:r>
            <a:endParaRPr>
              <a:solidFill>
                <a:srgbClr val="6AA84F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E69138"/>
              </a:buClr>
              <a:buSzPts val="1400"/>
              <a:buChar char="○"/>
            </a:pPr>
            <a:r>
              <a:rPr lang="en">
                <a:solidFill>
                  <a:srgbClr val="E69138"/>
                </a:solidFill>
              </a:rPr>
              <a:t>Developer Frameworks: Browser Use, Stagehand, Skyvern, AutoGen, Eko (Fellou's framework)</a:t>
            </a:r>
            <a:endParaRPr>
              <a:solidFill>
                <a:srgbClr val="E69138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E69138"/>
              </a:buClr>
              <a:buSzPts val="1400"/>
              <a:buChar char="○"/>
            </a:pPr>
            <a:r>
              <a:rPr lang="en">
                <a:solidFill>
                  <a:srgbClr val="E69138"/>
                </a:solidFill>
              </a:rPr>
              <a:t>Cloud Browser Infrastructure: Browserbase, Steel, Hyperbrowser, Anchor Browser, Scrapybara, Bright Data Agent Browser</a:t>
            </a:r>
            <a:endParaRPr>
              <a:solidFill>
                <a:srgbClr val="E69138"/>
              </a:solidFill>
            </a:endParaRPr>
          </a:p>
        </p:txBody>
      </p:sp>
      <p:sp>
        <p:nvSpPr>
          <p:cNvPr id="114" name="Google Shape;11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Agentic Browsers?</a:t>
            </a:r>
            <a:endParaRPr/>
          </a:p>
        </p:txBody>
      </p:sp>
      <p:sp>
        <p:nvSpPr>
          <p:cNvPr id="115" name="Google Shape;115;p27"/>
          <p:cNvSpPr txBox="1"/>
          <p:nvPr/>
        </p:nvSpPr>
        <p:spPr>
          <a:xfrm rot="-5400000">
            <a:off x="177350" y="2852250"/>
            <a:ext cx="1034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84F"/>
                </a:solidFill>
                <a:latin typeface="Proxima Nova"/>
                <a:ea typeface="Proxima Nova"/>
                <a:cs typeface="Proxima Nova"/>
                <a:sym typeface="Proxima Nova"/>
              </a:rPr>
              <a:t>Human in the loop</a:t>
            </a:r>
            <a:endParaRPr sz="1300">
              <a:solidFill>
                <a:srgbClr val="6AA8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6" name="Google Shape;116;p27"/>
          <p:cNvSpPr txBox="1"/>
          <p:nvPr/>
        </p:nvSpPr>
        <p:spPr>
          <a:xfrm rot="-5400000">
            <a:off x="122600" y="4060850"/>
            <a:ext cx="1143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E69138"/>
                </a:solidFill>
                <a:latin typeface="Proxima Nova"/>
                <a:ea typeface="Proxima Nova"/>
                <a:cs typeface="Proxima Nova"/>
                <a:sym typeface="Proxima Nova"/>
              </a:rPr>
              <a:t>Full autonomous</a:t>
            </a:r>
            <a:endParaRPr sz="1300">
              <a:solidFill>
                <a:srgbClr val="E6913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they run?</a:t>
            </a:r>
            <a:endParaRPr/>
          </a:p>
        </p:txBody>
      </p:sp>
      <p:graphicFrame>
        <p:nvGraphicFramePr>
          <p:cNvPr id="122" name="Google Shape;122;p28"/>
          <p:cNvGraphicFramePr/>
          <p:nvPr/>
        </p:nvGraphicFramePr>
        <p:xfrm>
          <a:off x="114300" y="178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{50B91DBC-1AC1-4FE1-959B-CAE3C5E85A07}</a:tableStyleId>
              </a:tblPr>
              <a:tblGrid>
                <a:gridCol w="1333500"/>
                <a:gridCol w="4124325"/>
                <a:gridCol w="34575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Examples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Detection Difficulty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Local (user's machine)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Atlas, Comet, Dia, Chrome Auto Browse, Edge Copilot, Claude for Chrome, Composite, Polar, Strawberry, Opera Neon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Hardest</a:t>
                      </a: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— real IP, real TLS, real cookies, real fingerprint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Cloud (remote sandbox)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ChatGPT Agent Mode, Manus, Browserbase, Steel, Runner H, Claude Computer Use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Easier</a:t>
                      </a: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— datacenter ASN, potential TLS mismatches, framework signals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they view and act?</a:t>
            </a:r>
            <a:endParaRPr/>
          </a:p>
        </p:txBody>
      </p:sp>
      <p:graphicFrame>
        <p:nvGraphicFramePr>
          <p:cNvPr id="128" name="Google Shape;128;p29"/>
          <p:cNvGraphicFramePr/>
          <p:nvPr/>
        </p:nvGraphicFramePr>
        <p:xfrm>
          <a:off x="152400" y="148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{50B91DBC-1AC1-4FE1-959B-CAE3C5E85A07}</a:tableStyleId>
              </a:tblPr>
              <a:tblGrid>
                <a:gridCol w="1533525"/>
                <a:gridCol w="4248150"/>
                <a:gridCol w="30099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Agents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Detection Implication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DOM/Accessibility tree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Browser Use, Stagehand, Comet (sidebar), Atlas (sidebar)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Faster, leaves DOM access traces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Screenshots (vision)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ChatGPT Agent Mode, Claude Computer Use, Runner H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Pause-act-pause timing pattern; no DOM parsing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Hybrid (both)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Manus, Claude for Chrome, Comet (agent mode), Atlas (agent mode)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Mixed signals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Navigation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Clicking, scrolling, typing, switching tabs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Contact, government, insurance, job applications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Shopping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Comparing prices, browsing multiple sites, checkout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Migration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Extract/convert information</a:t>
            </a:r>
            <a:endParaRPr/>
          </a:p>
        </p:txBody>
      </p:sp>
      <p:sp>
        <p:nvSpPr>
          <p:cNvPr id="134" name="Google Shape;13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they do?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User-Agent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</a:t>
            </a:r>
            <a:r>
              <a:rPr b="1" lang="en"/>
              <a:t>do not</a:t>
            </a:r>
            <a:r>
              <a:rPr lang="en"/>
              <a:t> add identifiers to UA string or Client Hints (look like Chromium)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only send tokens to the mothership, e.g.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ChatGPTBrowser</a:t>
            </a:r>
            <a:r>
              <a:rPr lang="en"/>
              <a:t>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chatgpt.com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Google-Agent, Manus AI notable exceptions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 Bot Auth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ChatGPT Atlas (discontinued) + Desktop Agent mode, Google Chrome Auto Browse / Google-Agent, Anchor Browser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Referral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change the referrer to e.g.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https://www.perplexity.ai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have ad / gtm / RUM blockers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Intentionally trying to hide that traffic from </a:t>
            </a:r>
            <a:r>
              <a:rPr lang="en"/>
              <a:t>observability</a:t>
            </a:r>
            <a:endParaRPr/>
          </a:p>
        </p:txBody>
      </p:sp>
      <p:sp>
        <p:nvSpPr>
          <p:cNvPr id="140" name="Google Shape;14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they be detected?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JavaScript APIs</a:t>
            </a:r>
            <a:endParaRPr/>
          </a:p>
          <a:p>
            <a:pPr indent="-30416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navigator.webdriver</a:t>
            </a:r>
            <a:r>
              <a:rPr lang="en"/>
              <a:t> (most disable this)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HeadlessChrome</a:t>
            </a:r>
            <a:r>
              <a:rPr lang="en"/>
              <a:t> in UA (most disable this)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CDP (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Runtime.enable</a:t>
            </a:r>
            <a:r>
              <a:rPr lang="en"/>
              <a:t>) (most disable this)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Behavior</a:t>
            </a:r>
            <a:endParaRPr/>
          </a:p>
          <a:p>
            <a:pPr indent="-30416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Mouse / pointer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Vision timing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Typing patterns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Scrolling precision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DOM mutations during agent mode (overlays, highlights, progress indicators)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Inconsistencies</a:t>
            </a:r>
            <a:endParaRPr/>
          </a:p>
          <a:p>
            <a:pPr indent="-304165" lvl="1" marL="914400" rtl="0" algn="l">
              <a:spcBef>
                <a:spcPts val="1000"/>
              </a:spcBef>
              <a:spcAft>
                <a:spcPts val="0"/>
              </a:spcAft>
              <a:buSzPct val="100000"/>
              <a:buFont typeface="Roboto Mono"/>
              <a:buChar char="○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Sec-Fetch-*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Client Hints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Header Ordering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Fingerprinting</a:t>
            </a:r>
            <a:endParaRPr/>
          </a:p>
          <a:p>
            <a:pPr indent="-30416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Network / TLS / H2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IP / ASN</a:t>
            </a:r>
            <a:endParaRPr/>
          </a:p>
        </p:txBody>
      </p:sp>
      <p:sp>
        <p:nvSpPr>
          <p:cNvPr id="146" name="Google Shape;14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they be detected? pt 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0000"/>
              <a:t>?</a:t>
            </a:r>
            <a:endParaRPr sz="20000"/>
          </a:p>
        </p:txBody>
      </p:sp>
      <p:sp>
        <p:nvSpPr>
          <p:cNvPr id="152" name="Google Shape;15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traffic is from Agentic Browsers?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of these are actively blocking ads, GTM, third-party scripts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RUM gets less visibility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Agents (or their users) care how long it takes to load a webpage?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tolerant of page load delays / web vitals than a human?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 Bot Auth?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suitable for Crawlers, not as much for Agents?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No JavaScript / RUM API?</a:t>
            </a:r>
            <a:endParaRPr/>
          </a:p>
        </p:txBody>
      </p:sp>
      <p:sp>
        <p:nvSpPr>
          <p:cNvPr id="158" name="Google Shape;15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matter for RUM?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should the RUM community do?</a:t>
            </a:r>
            <a:endParaRPr/>
          </a:p>
        </p:txBody>
      </p:sp>
      <p:sp>
        <p:nvSpPr>
          <p:cNvPr id="164" name="Google Shape;164;p35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Stick our heads in the sand?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</a:t>
            </a:r>
            <a:r>
              <a:rPr lang="en"/>
              <a:t>dvocate for Agentic browsers to self-identify?</a:t>
            </a:r>
            <a:br>
              <a:rPr lang="en"/>
            </a:b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JavaScript API / events (could support multi-modal human&lt;&gt;agent handoff)</a:t>
            </a:r>
            <a:endParaRPr/>
          </a:p>
          <a:p>
            <a:pPr indent="-304165" lvl="2" marL="1371600" rtl="0" algn="l">
              <a:spcBef>
                <a:spcPts val="100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Best for human-in-the-loop agentic browsers where control goes back and forth</a:t>
            </a:r>
            <a:endParaRPr/>
          </a:p>
          <a:p>
            <a:pPr indent="-304165" lvl="3" marL="1828800" rtl="0" algn="l">
              <a:spcBef>
                <a:spcPts val="1000"/>
              </a:spcBef>
              <a:spcAft>
                <a:spcPts val="0"/>
              </a:spcAft>
              <a:buSzPct val="1000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canBeAgenticDriven()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04165" lvl="3" marL="1828800" rtl="0" algn="l">
              <a:spcBef>
                <a:spcPts val="1000"/>
              </a:spcBef>
              <a:spcAft>
                <a:spcPts val="0"/>
              </a:spcAft>
              <a:buSzPct val="1000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isBeingAgenticDriven()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0416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User-Agent token (also available via JavaScript)</a:t>
            </a:r>
            <a:endParaRPr/>
          </a:p>
          <a:p>
            <a:pPr indent="-304165" lvl="2" marL="1371600" rtl="0" algn="l">
              <a:spcBef>
                <a:spcPts val="100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Best for fully-autonomous browsers</a:t>
            </a:r>
            <a:endParaRPr/>
          </a:p>
          <a:p>
            <a:pPr indent="-30416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Client Hint header (also available via JavaScript)</a:t>
            </a:r>
            <a:endParaRPr/>
          </a:p>
          <a:p>
            <a:pPr indent="-304165" lvl="2" marL="1371600" rtl="0" algn="l">
              <a:spcBef>
                <a:spcPts val="100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Best for fully-autonomous browsers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idx="1" type="body"/>
          </p:nvPr>
        </p:nvSpPr>
        <p:spPr>
          <a:xfrm>
            <a:off x="311700" y="3279575"/>
            <a:ext cx="8520600" cy="12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Sergey Chernyshev</a:t>
            </a:r>
            <a:endParaRPr/>
          </a:p>
        </p:txBody>
      </p:sp>
      <p:sp>
        <p:nvSpPr>
          <p:cNvPr id="170" name="Google Shape;170;p36"/>
          <p:cNvSpPr txBox="1"/>
          <p:nvPr>
            <p:ph idx="4294967295" type="ctrTitle"/>
          </p:nvPr>
        </p:nvSpPr>
        <p:spPr>
          <a:xfrm>
            <a:off x="311700" y="928630"/>
            <a:ext cx="8520600" cy="19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Speed of User Experience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 title="Screenshot 2026-08-10 at 3.3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976" y="813862"/>
            <a:ext cx="734499" cy="597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37"/>
          <p:cNvGrpSpPr/>
          <p:nvPr/>
        </p:nvGrpSpPr>
        <p:grpSpPr>
          <a:xfrm>
            <a:off x="1620638" y="758775"/>
            <a:ext cx="717451" cy="557113"/>
            <a:chOff x="1410700" y="758775"/>
            <a:chExt cx="717451" cy="557113"/>
          </a:xfrm>
        </p:grpSpPr>
        <p:pic>
          <p:nvPicPr>
            <p:cNvPr id="177" name="Google Shape;177;p37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61975" y="758775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37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410700" y="909238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9" name="Google Shape;179;p37" title="Screenshot 2026-08-10 at 3.34.58 PM.png"/>
          <p:cNvPicPr preferRelativeResize="0"/>
          <p:nvPr/>
        </p:nvPicPr>
        <p:blipFill rotWithShape="1">
          <a:blip r:embed="rId5">
            <a:alphaModFix/>
          </a:blip>
          <a:srcRect b="0" l="26576" r="15651" t="0"/>
          <a:stretch/>
        </p:blipFill>
        <p:spPr>
          <a:xfrm>
            <a:off x="2888412" y="318150"/>
            <a:ext cx="592913" cy="1588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37"/>
          <p:cNvCxnSpPr>
            <a:stCxn id="179" idx="1"/>
            <a:endCxn id="177" idx="1"/>
          </p:cNvCxnSpPr>
          <p:nvPr/>
        </p:nvCxnSpPr>
        <p:spPr>
          <a:xfrm rot="10800000">
            <a:off x="2338212" y="961975"/>
            <a:ext cx="550200" cy="1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37"/>
          <p:cNvCxnSpPr>
            <a:stCxn id="179" idx="1"/>
            <a:endCxn id="178" idx="1"/>
          </p:cNvCxnSpPr>
          <p:nvPr/>
        </p:nvCxnSpPr>
        <p:spPr>
          <a:xfrm rot="10800000">
            <a:off x="2186712" y="1112575"/>
            <a:ext cx="7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37"/>
          <p:cNvCxnSpPr>
            <a:stCxn id="178" idx="3"/>
            <a:endCxn id="175" idx="1"/>
          </p:cNvCxnSpPr>
          <p:nvPr/>
        </p:nvCxnSpPr>
        <p:spPr>
          <a:xfrm rot="10800000">
            <a:off x="1089338" y="1112563"/>
            <a:ext cx="5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3" name="Google Shape;18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697" y="3621875"/>
            <a:ext cx="2332550" cy="13088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37"/>
          <p:cNvGrpSpPr/>
          <p:nvPr/>
        </p:nvGrpSpPr>
        <p:grpSpPr>
          <a:xfrm rot="3335402">
            <a:off x="3745550" y="2029811"/>
            <a:ext cx="1706018" cy="1817277"/>
            <a:chOff x="3745350" y="2029900"/>
            <a:chExt cx="1706050" cy="1817311"/>
          </a:xfrm>
        </p:grpSpPr>
        <p:pic>
          <p:nvPicPr>
            <p:cNvPr id="185" name="Google Shape;185;p37" title="Screenshot 2026-08-10 at 3.36.30 PM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45350" y="2029900"/>
              <a:ext cx="1706050" cy="1817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37"/>
            <p:cNvSpPr/>
            <p:nvPr/>
          </p:nvSpPr>
          <p:spPr>
            <a:xfrm>
              <a:off x="3931050" y="3391875"/>
              <a:ext cx="1359900" cy="349800"/>
            </a:xfrm>
            <a:prstGeom prst="roundRect">
              <a:avLst>
                <a:gd fmla="val 16667" name="adj"/>
              </a:avLst>
            </a:prstGeom>
            <a:solidFill>
              <a:srgbClr val="005B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</a:rPr>
                <a:t>INTERNET</a:t>
              </a:r>
              <a:endParaRPr b="1" sz="1700">
                <a:solidFill>
                  <a:schemeClr val="lt1"/>
                </a:solidFill>
              </a:endParaRPr>
            </a:p>
          </p:txBody>
        </p:sp>
      </p:grpSp>
      <p:cxnSp>
        <p:nvCxnSpPr>
          <p:cNvPr id="187" name="Google Shape;187;p37"/>
          <p:cNvCxnSpPr>
            <a:stCxn id="185" idx="1"/>
            <a:endCxn id="179" idx="3"/>
          </p:cNvCxnSpPr>
          <p:nvPr/>
        </p:nvCxnSpPr>
        <p:spPr>
          <a:xfrm flipH="1" rot="5400000">
            <a:off x="3237965" y="1356154"/>
            <a:ext cx="1122000" cy="635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37"/>
          <p:cNvCxnSpPr>
            <a:stCxn id="183" idx="1"/>
            <a:endCxn id="185" idx="3"/>
          </p:cNvCxnSpPr>
          <p:nvPr/>
        </p:nvCxnSpPr>
        <p:spPr>
          <a:xfrm rot="10800000">
            <a:off x="5080597" y="3642092"/>
            <a:ext cx="1091100" cy="634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37"/>
          <p:cNvSpPr txBox="1"/>
          <p:nvPr/>
        </p:nvSpPr>
        <p:spPr>
          <a:xfrm>
            <a:off x="6666275" y="2618650"/>
            <a:ext cx="1343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younger</a:t>
            </a:r>
            <a:br>
              <a:rPr b="1"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RUMCG members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90" name="Google Shape;190;p37"/>
          <p:cNvSpPr txBox="1"/>
          <p:nvPr/>
        </p:nvSpPr>
        <p:spPr>
          <a:xfrm>
            <a:off x="683300" y="139225"/>
            <a:ext cx="1343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Users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8" title="Screenshot 2026-08-10 at 3.3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976" y="813862"/>
            <a:ext cx="734499" cy="597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38"/>
          <p:cNvGrpSpPr/>
          <p:nvPr/>
        </p:nvGrpSpPr>
        <p:grpSpPr>
          <a:xfrm>
            <a:off x="1620638" y="758775"/>
            <a:ext cx="717451" cy="557113"/>
            <a:chOff x="1410700" y="758775"/>
            <a:chExt cx="717451" cy="557113"/>
          </a:xfrm>
        </p:grpSpPr>
        <p:pic>
          <p:nvPicPr>
            <p:cNvPr id="197" name="Google Shape;197;p38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61975" y="758775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8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410700" y="909238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9" name="Google Shape;199;p38" title="Screenshot 2026-08-10 at 3.34.58 PM.png"/>
          <p:cNvPicPr preferRelativeResize="0"/>
          <p:nvPr/>
        </p:nvPicPr>
        <p:blipFill rotWithShape="1">
          <a:blip r:embed="rId5">
            <a:alphaModFix/>
          </a:blip>
          <a:srcRect b="0" l="26576" r="15651" t="0"/>
          <a:stretch/>
        </p:blipFill>
        <p:spPr>
          <a:xfrm>
            <a:off x="2888412" y="318150"/>
            <a:ext cx="592913" cy="1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8" title="Screenshot 2026-08-10 at 3.35.4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700" y="318160"/>
            <a:ext cx="1706050" cy="18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38"/>
          <p:cNvCxnSpPr>
            <a:stCxn id="202" idx="3"/>
            <a:endCxn id="200" idx="3"/>
          </p:cNvCxnSpPr>
          <p:nvPr/>
        </p:nvCxnSpPr>
        <p:spPr>
          <a:xfrm flipH="1" rot="10800000">
            <a:off x="5451400" y="1243856"/>
            <a:ext cx="2426400" cy="1694700"/>
          </a:xfrm>
          <a:prstGeom prst="curvedConnector3">
            <a:avLst>
              <a:gd fmla="val 10981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38"/>
          <p:cNvCxnSpPr>
            <a:stCxn id="199" idx="1"/>
            <a:endCxn id="197" idx="1"/>
          </p:cNvCxnSpPr>
          <p:nvPr/>
        </p:nvCxnSpPr>
        <p:spPr>
          <a:xfrm rot="10800000">
            <a:off x="2338212" y="961975"/>
            <a:ext cx="550200" cy="1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38"/>
          <p:cNvCxnSpPr>
            <a:stCxn id="199" idx="1"/>
            <a:endCxn id="198" idx="1"/>
          </p:cNvCxnSpPr>
          <p:nvPr/>
        </p:nvCxnSpPr>
        <p:spPr>
          <a:xfrm rot="10800000">
            <a:off x="2186712" y="1112575"/>
            <a:ext cx="7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38"/>
          <p:cNvCxnSpPr>
            <a:stCxn id="198" idx="3"/>
            <a:endCxn id="195" idx="1"/>
          </p:cNvCxnSpPr>
          <p:nvPr/>
        </p:nvCxnSpPr>
        <p:spPr>
          <a:xfrm rot="10800000">
            <a:off x="1089338" y="1112563"/>
            <a:ext cx="5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06" name="Google Shape;206;p38"/>
          <p:cNvGrpSpPr/>
          <p:nvPr/>
        </p:nvGrpSpPr>
        <p:grpSpPr>
          <a:xfrm>
            <a:off x="3985625" y="281500"/>
            <a:ext cx="1702325" cy="1640120"/>
            <a:chOff x="3985625" y="281500"/>
            <a:chExt cx="1702325" cy="1640120"/>
          </a:xfrm>
        </p:grpSpPr>
        <p:pic>
          <p:nvPicPr>
            <p:cNvPr id="207" name="Google Shape;207;p3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893525" y="318150"/>
              <a:ext cx="794425" cy="794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38"/>
            <p:cNvPicPr preferRelativeResize="0"/>
            <p:nvPr/>
          </p:nvPicPr>
          <p:blipFill rotWithShape="1">
            <a:blip r:embed="rId8">
              <a:alphaModFix/>
            </a:blip>
            <a:srcRect b="4984" l="25785" r="25137" t="5378"/>
            <a:stretch/>
          </p:blipFill>
          <p:spPr>
            <a:xfrm>
              <a:off x="3985625" y="281500"/>
              <a:ext cx="870299" cy="894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3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397695" y="1026920"/>
              <a:ext cx="894700" cy="8947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0" name="Google Shape;210;p38"/>
          <p:cNvCxnSpPr>
            <a:stCxn id="200" idx="1"/>
          </p:cNvCxnSpPr>
          <p:nvPr/>
        </p:nvCxnSpPr>
        <p:spPr>
          <a:xfrm flipH="1">
            <a:off x="5447800" y="1243935"/>
            <a:ext cx="7239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38"/>
          <p:cNvCxnSpPr>
            <a:endCxn id="199" idx="3"/>
          </p:cNvCxnSpPr>
          <p:nvPr/>
        </p:nvCxnSpPr>
        <p:spPr>
          <a:xfrm rot="10800000">
            <a:off x="3481325" y="1112575"/>
            <a:ext cx="557700" cy="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2" name="Google Shape;212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87787" y="3581675"/>
            <a:ext cx="1931647" cy="18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8"/>
          <p:cNvPicPr preferRelativeResize="0"/>
          <p:nvPr/>
        </p:nvPicPr>
        <p:blipFill rotWithShape="1">
          <a:blip r:embed="rId11">
            <a:alphaModFix/>
          </a:blip>
          <a:srcRect b="24822" l="9331" r="9029" t="39733"/>
          <a:stretch/>
        </p:blipFill>
        <p:spPr>
          <a:xfrm>
            <a:off x="862475" y="2746938"/>
            <a:ext cx="1903000" cy="49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71697" y="3621875"/>
            <a:ext cx="2332550" cy="13088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38"/>
          <p:cNvCxnSpPr>
            <a:stCxn id="212" idx="1"/>
            <a:endCxn id="213" idx="1"/>
          </p:cNvCxnSpPr>
          <p:nvPr/>
        </p:nvCxnSpPr>
        <p:spPr>
          <a:xfrm rot="10800000">
            <a:off x="862488" y="2995450"/>
            <a:ext cx="1725300" cy="1512000"/>
          </a:xfrm>
          <a:prstGeom prst="curvedConnector3">
            <a:avLst>
              <a:gd fmla="val 1138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38"/>
          <p:cNvCxnSpPr>
            <a:stCxn id="213" idx="3"/>
            <a:endCxn id="202" idx="1"/>
          </p:cNvCxnSpPr>
          <p:nvPr/>
        </p:nvCxnSpPr>
        <p:spPr>
          <a:xfrm flipH="1" rot="10800000">
            <a:off x="2765475" y="2938606"/>
            <a:ext cx="979800" cy="56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38"/>
          <p:cNvCxnSpPr>
            <a:stCxn id="214" idx="1"/>
            <a:endCxn id="212" idx="3"/>
          </p:cNvCxnSpPr>
          <p:nvPr/>
        </p:nvCxnSpPr>
        <p:spPr>
          <a:xfrm flipH="1">
            <a:off x="4519297" y="4276292"/>
            <a:ext cx="1652400" cy="2313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18" name="Google Shape;218;p38"/>
          <p:cNvGrpSpPr/>
          <p:nvPr/>
        </p:nvGrpSpPr>
        <p:grpSpPr>
          <a:xfrm>
            <a:off x="3745350" y="2029900"/>
            <a:ext cx="1706050" cy="1817311"/>
            <a:chOff x="3745350" y="2029900"/>
            <a:chExt cx="1706050" cy="1817311"/>
          </a:xfrm>
        </p:grpSpPr>
        <p:pic>
          <p:nvPicPr>
            <p:cNvPr id="202" name="Google Shape;202;p38" title="Screenshot 2026-08-10 at 3.36.30 PM.png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745350" y="2029900"/>
              <a:ext cx="1706050" cy="1817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38"/>
            <p:cNvSpPr/>
            <p:nvPr/>
          </p:nvSpPr>
          <p:spPr>
            <a:xfrm>
              <a:off x="3931050" y="3391875"/>
              <a:ext cx="1359900" cy="349800"/>
            </a:xfrm>
            <a:prstGeom prst="roundRect">
              <a:avLst>
                <a:gd fmla="val 16667" name="adj"/>
              </a:avLst>
            </a:prstGeom>
            <a:solidFill>
              <a:srgbClr val="005B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</a:rPr>
                <a:t>WEB</a:t>
              </a:r>
              <a:endParaRPr b="1" sz="1700">
                <a:solidFill>
                  <a:schemeClr val="lt1"/>
                </a:solidFill>
              </a:endParaRPr>
            </a:p>
          </p:txBody>
        </p:sp>
      </p:grpSp>
      <p:pic>
        <p:nvPicPr>
          <p:cNvPr id="220" name="Google Shape;220;p38">
            <a:hlinkClick r:id="rId14"/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994975" y="3243675"/>
            <a:ext cx="2559726" cy="18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787" y="3581675"/>
            <a:ext cx="1931647" cy="18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9"/>
          <p:cNvPicPr preferRelativeResize="0"/>
          <p:nvPr/>
        </p:nvPicPr>
        <p:blipFill rotWithShape="1">
          <a:blip r:embed="rId4">
            <a:alphaModFix/>
          </a:blip>
          <a:srcRect b="24822" l="9331" r="9029" t="39733"/>
          <a:stretch/>
        </p:blipFill>
        <p:spPr>
          <a:xfrm>
            <a:off x="862475" y="2746938"/>
            <a:ext cx="1903000" cy="49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1697" y="3621875"/>
            <a:ext cx="2332550" cy="13088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39"/>
          <p:cNvCxnSpPr>
            <a:stCxn id="225" idx="1"/>
            <a:endCxn id="226" idx="1"/>
          </p:cNvCxnSpPr>
          <p:nvPr/>
        </p:nvCxnSpPr>
        <p:spPr>
          <a:xfrm rot="10800000">
            <a:off x="862488" y="2995450"/>
            <a:ext cx="1725300" cy="1512000"/>
          </a:xfrm>
          <a:prstGeom prst="curvedConnector3">
            <a:avLst>
              <a:gd fmla="val 1138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39"/>
          <p:cNvCxnSpPr>
            <a:stCxn id="226" idx="3"/>
            <a:endCxn id="230" idx="1"/>
          </p:cNvCxnSpPr>
          <p:nvPr/>
        </p:nvCxnSpPr>
        <p:spPr>
          <a:xfrm flipH="1" rot="10800000">
            <a:off x="2765475" y="2938606"/>
            <a:ext cx="979800" cy="56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9"/>
          <p:cNvCxnSpPr>
            <a:stCxn id="227" idx="1"/>
            <a:endCxn id="225" idx="3"/>
          </p:cNvCxnSpPr>
          <p:nvPr/>
        </p:nvCxnSpPr>
        <p:spPr>
          <a:xfrm flipH="1">
            <a:off x="4519297" y="4276292"/>
            <a:ext cx="1652400" cy="2313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32" name="Google Shape;232;p39"/>
          <p:cNvGrpSpPr/>
          <p:nvPr/>
        </p:nvGrpSpPr>
        <p:grpSpPr>
          <a:xfrm>
            <a:off x="3745350" y="2029900"/>
            <a:ext cx="1706050" cy="1817311"/>
            <a:chOff x="3745350" y="2029900"/>
            <a:chExt cx="1706050" cy="1817311"/>
          </a:xfrm>
        </p:grpSpPr>
        <p:pic>
          <p:nvPicPr>
            <p:cNvPr id="230" name="Google Shape;230;p39" title="Screenshot 2026-08-10 at 3.36.30 PM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45350" y="2029900"/>
              <a:ext cx="1706050" cy="1817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39"/>
            <p:cNvSpPr/>
            <p:nvPr/>
          </p:nvSpPr>
          <p:spPr>
            <a:xfrm>
              <a:off x="3931050" y="3391875"/>
              <a:ext cx="1359900" cy="349800"/>
            </a:xfrm>
            <a:prstGeom prst="roundRect">
              <a:avLst>
                <a:gd fmla="val 16667" name="adj"/>
              </a:avLst>
            </a:prstGeom>
            <a:solidFill>
              <a:srgbClr val="005B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</a:rPr>
                <a:t>WEB</a:t>
              </a:r>
              <a:endParaRPr b="1" sz="1700">
                <a:solidFill>
                  <a:schemeClr val="lt1"/>
                </a:solidFill>
              </a:endParaRPr>
            </a:p>
          </p:txBody>
        </p:sp>
      </p:grpSp>
      <p:pic>
        <p:nvPicPr>
          <p:cNvPr id="234" name="Google Shape;23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638" y="1907000"/>
            <a:ext cx="1931647" cy="18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39"/>
          <p:cNvCxnSpPr>
            <a:stCxn id="230" idx="3"/>
            <a:endCxn id="234" idx="1"/>
          </p:cNvCxnSpPr>
          <p:nvPr/>
        </p:nvCxnSpPr>
        <p:spPr>
          <a:xfrm flipH="1" rot="10800000">
            <a:off x="5451400" y="2832656"/>
            <a:ext cx="659100" cy="1059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39"/>
          <p:cNvSpPr txBox="1"/>
          <p:nvPr/>
        </p:nvSpPr>
        <p:spPr>
          <a:xfrm>
            <a:off x="6404763" y="1787775"/>
            <a:ext cx="1343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Bots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0" title="Screenshot 2026-08-10 at 3.3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976" y="813862"/>
            <a:ext cx="734499" cy="597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40"/>
          <p:cNvGrpSpPr/>
          <p:nvPr/>
        </p:nvGrpSpPr>
        <p:grpSpPr>
          <a:xfrm>
            <a:off x="1620638" y="758775"/>
            <a:ext cx="717451" cy="557113"/>
            <a:chOff x="1410700" y="758775"/>
            <a:chExt cx="717451" cy="557113"/>
          </a:xfrm>
        </p:grpSpPr>
        <p:pic>
          <p:nvPicPr>
            <p:cNvPr id="243" name="Google Shape;243;p40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61975" y="758775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40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410700" y="909238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5" name="Google Shape;245;p40" title="Screenshot 2026-08-10 at 3.34.58 PM.png"/>
          <p:cNvPicPr preferRelativeResize="0"/>
          <p:nvPr/>
        </p:nvPicPr>
        <p:blipFill rotWithShape="1">
          <a:blip r:embed="rId5">
            <a:alphaModFix/>
          </a:blip>
          <a:srcRect b="0" l="26576" r="15651" t="0"/>
          <a:stretch/>
        </p:blipFill>
        <p:spPr>
          <a:xfrm>
            <a:off x="2888412" y="318150"/>
            <a:ext cx="592913" cy="1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0" title="Screenshot 2026-08-10 at 3.35.4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700" y="318160"/>
            <a:ext cx="1706050" cy="18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40"/>
          <p:cNvCxnSpPr>
            <a:stCxn id="245" idx="1"/>
            <a:endCxn id="243" idx="1"/>
          </p:cNvCxnSpPr>
          <p:nvPr/>
        </p:nvCxnSpPr>
        <p:spPr>
          <a:xfrm rot="10800000">
            <a:off x="2338212" y="961975"/>
            <a:ext cx="550200" cy="1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40"/>
          <p:cNvCxnSpPr>
            <a:stCxn id="245" idx="1"/>
            <a:endCxn id="244" idx="1"/>
          </p:cNvCxnSpPr>
          <p:nvPr/>
        </p:nvCxnSpPr>
        <p:spPr>
          <a:xfrm rot="10800000">
            <a:off x="2186712" y="1112575"/>
            <a:ext cx="7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40"/>
          <p:cNvCxnSpPr>
            <a:stCxn id="244" idx="3"/>
            <a:endCxn id="241" idx="1"/>
          </p:cNvCxnSpPr>
          <p:nvPr/>
        </p:nvCxnSpPr>
        <p:spPr>
          <a:xfrm rot="10800000">
            <a:off x="1089338" y="1112563"/>
            <a:ext cx="5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50" name="Google Shape;250;p40"/>
          <p:cNvGrpSpPr/>
          <p:nvPr/>
        </p:nvGrpSpPr>
        <p:grpSpPr>
          <a:xfrm>
            <a:off x="3985625" y="281500"/>
            <a:ext cx="1702325" cy="1640120"/>
            <a:chOff x="3985625" y="281500"/>
            <a:chExt cx="1702325" cy="1640120"/>
          </a:xfrm>
        </p:grpSpPr>
        <p:pic>
          <p:nvPicPr>
            <p:cNvPr id="251" name="Google Shape;251;p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893525" y="318150"/>
              <a:ext cx="794425" cy="794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40"/>
            <p:cNvPicPr preferRelativeResize="0"/>
            <p:nvPr/>
          </p:nvPicPr>
          <p:blipFill rotWithShape="1">
            <a:blip r:embed="rId8">
              <a:alphaModFix/>
            </a:blip>
            <a:srcRect b="4984" l="25785" r="25137" t="5378"/>
            <a:stretch/>
          </p:blipFill>
          <p:spPr>
            <a:xfrm>
              <a:off x="3985625" y="281500"/>
              <a:ext cx="870299" cy="894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4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397695" y="1026920"/>
              <a:ext cx="894700" cy="8947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4" name="Google Shape;254;p40"/>
          <p:cNvCxnSpPr>
            <a:stCxn id="246" idx="1"/>
          </p:cNvCxnSpPr>
          <p:nvPr/>
        </p:nvCxnSpPr>
        <p:spPr>
          <a:xfrm flipH="1">
            <a:off x="5447800" y="1243935"/>
            <a:ext cx="7239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40"/>
          <p:cNvCxnSpPr>
            <a:endCxn id="245" idx="3"/>
          </p:cNvCxnSpPr>
          <p:nvPr/>
        </p:nvCxnSpPr>
        <p:spPr>
          <a:xfrm rot="10800000">
            <a:off x="3481325" y="1112575"/>
            <a:ext cx="557700" cy="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56" name="Google Shape;256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87787" y="3581675"/>
            <a:ext cx="1931647" cy="18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0"/>
          <p:cNvPicPr preferRelativeResize="0"/>
          <p:nvPr/>
        </p:nvPicPr>
        <p:blipFill rotWithShape="1">
          <a:blip r:embed="rId11">
            <a:alphaModFix/>
          </a:blip>
          <a:srcRect b="24822" l="9331" r="9029" t="39733"/>
          <a:stretch/>
        </p:blipFill>
        <p:spPr>
          <a:xfrm>
            <a:off x="862475" y="2746938"/>
            <a:ext cx="1903000" cy="49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71697" y="3621875"/>
            <a:ext cx="2332550" cy="13088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40"/>
          <p:cNvCxnSpPr>
            <a:stCxn id="256" idx="1"/>
            <a:endCxn id="257" idx="1"/>
          </p:cNvCxnSpPr>
          <p:nvPr/>
        </p:nvCxnSpPr>
        <p:spPr>
          <a:xfrm rot="10800000">
            <a:off x="862488" y="2995450"/>
            <a:ext cx="1725300" cy="1512000"/>
          </a:xfrm>
          <a:prstGeom prst="curvedConnector3">
            <a:avLst>
              <a:gd fmla="val 1138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40"/>
          <p:cNvCxnSpPr>
            <a:stCxn id="257" idx="3"/>
            <a:endCxn id="261" idx="1"/>
          </p:cNvCxnSpPr>
          <p:nvPr/>
        </p:nvCxnSpPr>
        <p:spPr>
          <a:xfrm flipH="1" rot="10800000">
            <a:off x="2765475" y="2938606"/>
            <a:ext cx="979800" cy="56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62" name="Google Shape;262;p40"/>
          <p:cNvGrpSpPr/>
          <p:nvPr/>
        </p:nvGrpSpPr>
        <p:grpSpPr>
          <a:xfrm>
            <a:off x="3745350" y="2029900"/>
            <a:ext cx="1706050" cy="1817311"/>
            <a:chOff x="3745350" y="2029900"/>
            <a:chExt cx="1706050" cy="1817311"/>
          </a:xfrm>
        </p:grpSpPr>
        <p:pic>
          <p:nvPicPr>
            <p:cNvPr id="261" name="Google Shape;261;p40" title="Screenshot 2026-08-10 at 3.36.30 PM.png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745350" y="2029900"/>
              <a:ext cx="1706050" cy="1817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40"/>
            <p:cNvSpPr/>
            <p:nvPr/>
          </p:nvSpPr>
          <p:spPr>
            <a:xfrm>
              <a:off x="3931050" y="3391875"/>
              <a:ext cx="1359900" cy="349800"/>
            </a:xfrm>
            <a:prstGeom prst="roundRect">
              <a:avLst>
                <a:gd fmla="val 16667" name="adj"/>
              </a:avLst>
            </a:prstGeom>
            <a:solidFill>
              <a:srgbClr val="005B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</a:rPr>
                <a:t>WEB</a:t>
              </a:r>
              <a:endParaRPr b="1" sz="1700">
                <a:solidFill>
                  <a:schemeClr val="lt1"/>
                </a:solidFill>
              </a:endParaRPr>
            </a:p>
          </p:txBody>
        </p:sp>
      </p:grpSp>
      <p:pic>
        <p:nvPicPr>
          <p:cNvPr id="264" name="Google Shape;264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10638" y="1907000"/>
            <a:ext cx="1931647" cy="18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40"/>
          <p:cNvCxnSpPr>
            <a:stCxn id="264" idx="3"/>
            <a:endCxn id="246" idx="3"/>
          </p:cNvCxnSpPr>
          <p:nvPr/>
        </p:nvCxnSpPr>
        <p:spPr>
          <a:xfrm rot="10800000">
            <a:off x="7877885" y="1243975"/>
            <a:ext cx="164400" cy="1588800"/>
          </a:xfrm>
          <a:prstGeom prst="curvedConnector3">
            <a:avLst>
              <a:gd fmla="val -14484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40"/>
          <p:cNvCxnSpPr>
            <a:stCxn id="261" idx="3"/>
            <a:endCxn id="264" idx="1"/>
          </p:cNvCxnSpPr>
          <p:nvPr/>
        </p:nvCxnSpPr>
        <p:spPr>
          <a:xfrm flipH="1" rot="10800000">
            <a:off x="5451400" y="2832656"/>
            <a:ext cx="659100" cy="1059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40"/>
          <p:cNvCxnSpPr>
            <a:stCxn id="258" idx="1"/>
            <a:endCxn id="256" idx="3"/>
          </p:cNvCxnSpPr>
          <p:nvPr/>
        </p:nvCxnSpPr>
        <p:spPr>
          <a:xfrm flipH="1">
            <a:off x="4519297" y="4276292"/>
            <a:ext cx="1652400" cy="2313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68" name="Google Shape;268;p40" title="Screenshot 2026-08-10 at 5.13.13 PM.png">
            <a:hlinkClick r:id="rId14"/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21324" y="0"/>
            <a:ext cx="1130069" cy="31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994975" y="3243675"/>
            <a:ext cx="2559726" cy="18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0" title="Screenshot 2026-08-11 at 10.25.21 AM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850375" y="264450"/>
            <a:ext cx="446350" cy="921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1" title="Screenshot 2026-08-10 at 3.3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976" y="813862"/>
            <a:ext cx="734499" cy="597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41"/>
          <p:cNvGrpSpPr/>
          <p:nvPr/>
        </p:nvGrpSpPr>
        <p:grpSpPr>
          <a:xfrm>
            <a:off x="1620638" y="758775"/>
            <a:ext cx="717451" cy="557113"/>
            <a:chOff x="1410700" y="758775"/>
            <a:chExt cx="717451" cy="557113"/>
          </a:xfrm>
        </p:grpSpPr>
        <p:pic>
          <p:nvPicPr>
            <p:cNvPr id="277" name="Google Shape;277;p41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61975" y="758775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41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410700" y="909238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9" name="Google Shape;279;p41" title="Screenshot 2026-08-10 at 3.34.58 PM.png"/>
          <p:cNvPicPr preferRelativeResize="0"/>
          <p:nvPr/>
        </p:nvPicPr>
        <p:blipFill rotWithShape="1">
          <a:blip r:embed="rId5">
            <a:alphaModFix/>
          </a:blip>
          <a:srcRect b="0" l="26576" r="15651" t="0"/>
          <a:stretch/>
        </p:blipFill>
        <p:spPr>
          <a:xfrm>
            <a:off x="2888412" y="318150"/>
            <a:ext cx="592913" cy="1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1" title="Screenshot 2026-08-10 at 3.35.4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700" y="318160"/>
            <a:ext cx="1706050" cy="18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41"/>
          <p:cNvCxnSpPr>
            <a:stCxn id="279" idx="1"/>
            <a:endCxn id="277" idx="1"/>
          </p:cNvCxnSpPr>
          <p:nvPr/>
        </p:nvCxnSpPr>
        <p:spPr>
          <a:xfrm rot="10800000">
            <a:off x="2338212" y="961975"/>
            <a:ext cx="550200" cy="1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41"/>
          <p:cNvCxnSpPr>
            <a:stCxn id="279" idx="1"/>
            <a:endCxn id="278" idx="1"/>
          </p:cNvCxnSpPr>
          <p:nvPr/>
        </p:nvCxnSpPr>
        <p:spPr>
          <a:xfrm rot="10800000">
            <a:off x="2186712" y="1112575"/>
            <a:ext cx="7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41"/>
          <p:cNvCxnSpPr>
            <a:stCxn id="278" idx="3"/>
            <a:endCxn id="275" idx="1"/>
          </p:cNvCxnSpPr>
          <p:nvPr/>
        </p:nvCxnSpPr>
        <p:spPr>
          <a:xfrm rot="10800000">
            <a:off x="1089338" y="1112563"/>
            <a:ext cx="5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41"/>
          <p:cNvCxnSpPr>
            <a:stCxn id="280" idx="1"/>
          </p:cNvCxnSpPr>
          <p:nvPr/>
        </p:nvCxnSpPr>
        <p:spPr>
          <a:xfrm flipH="1">
            <a:off x="5447800" y="1243935"/>
            <a:ext cx="7239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41"/>
          <p:cNvCxnSpPr>
            <a:endCxn id="279" idx="3"/>
          </p:cNvCxnSpPr>
          <p:nvPr/>
        </p:nvCxnSpPr>
        <p:spPr>
          <a:xfrm rot="10800000">
            <a:off x="3481325" y="1112575"/>
            <a:ext cx="557700" cy="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6" name="Google Shape;286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87787" y="3581675"/>
            <a:ext cx="1931647" cy="18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1"/>
          <p:cNvPicPr preferRelativeResize="0"/>
          <p:nvPr/>
        </p:nvPicPr>
        <p:blipFill rotWithShape="1">
          <a:blip r:embed="rId8">
            <a:alphaModFix/>
          </a:blip>
          <a:srcRect b="24822" l="9331" r="9029" t="39733"/>
          <a:stretch/>
        </p:blipFill>
        <p:spPr>
          <a:xfrm>
            <a:off x="862475" y="2746938"/>
            <a:ext cx="1903000" cy="49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71697" y="3621875"/>
            <a:ext cx="2332550" cy="13088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41"/>
          <p:cNvCxnSpPr>
            <a:stCxn id="286" idx="1"/>
            <a:endCxn id="287" idx="1"/>
          </p:cNvCxnSpPr>
          <p:nvPr/>
        </p:nvCxnSpPr>
        <p:spPr>
          <a:xfrm rot="10800000">
            <a:off x="862488" y="2995450"/>
            <a:ext cx="1725300" cy="1512000"/>
          </a:xfrm>
          <a:prstGeom prst="curvedConnector3">
            <a:avLst>
              <a:gd fmla="val 1138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41"/>
          <p:cNvCxnSpPr>
            <a:stCxn id="287" idx="3"/>
            <a:endCxn id="291" idx="1"/>
          </p:cNvCxnSpPr>
          <p:nvPr/>
        </p:nvCxnSpPr>
        <p:spPr>
          <a:xfrm flipH="1" rot="10800000">
            <a:off x="2765475" y="2938606"/>
            <a:ext cx="979800" cy="56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92" name="Google Shape;292;p41"/>
          <p:cNvGrpSpPr/>
          <p:nvPr/>
        </p:nvGrpSpPr>
        <p:grpSpPr>
          <a:xfrm>
            <a:off x="3745350" y="2029900"/>
            <a:ext cx="1706050" cy="1817311"/>
            <a:chOff x="3745350" y="2029900"/>
            <a:chExt cx="1706050" cy="1817311"/>
          </a:xfrm>
        </p:grpSpPr>
        <p:pic>
          <p:nvPicPr>
            <p:cNvPr id="291" name="Google Shape;291;p41" title="Screenshot 2026-08-10 at 3.36.30 PM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745350" y="2029900"/>
              <a:ext cx="1706050" cy="1817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41"/>
            <p:cNvSpPr/>
            <p:nvPr/>
          </p:nvSpPr>
          <p:spPr>
            <a:xfrm>
              <a:off x="3931050" y="3391875"/>
              <a:ext cx="1359900" cy="349800"/>
            </a:xfrm>
            <a:prstGeom prst="roundRect">
              <a:avLst>
                <a:gd fmla="val 16667" name="adj"/>
              </a:avLst>
            </a:prstGeom>
            <a:solidFill>
              <a:srgbClr val="005B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</a:rPr>
                <a:t>WEB</a:t>
              </a:r>
              <a:endParaRPr b="1" sz="1700">
                <a:solidFill>
                  <a:schemeClr val="lt1"/>
                </a:solidFill>
              </a:endParaRPr>
            </a:p>
          </p:txBody>
        </p:sp>
      </p:grpSp>
      <p:pic>
        <p:nvPicPr>
          <p:cNvPr id="294" name="Google Shape;294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10638" y="1907000"/>
            <a:ext cx="1931647" cy="18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p41"/>
          <p:cNvCxnSpPr>
            <a:stCxn id="294" idx="3"/>
            <a:endCxn id="280" idx="3"/>
          </p:cNvCxnSpPr>
          <p:nvPr/>
        </p:nvCxnSpPr>
        <p:spPr>
          <a:xfrm rot="10800000">
            <a:off x="7877885" y="1243975"/>
            <a:ext cx="164400" cy="1588800"/>
          </a:xfrm>
          <a:prstGeom prst="curvedConnector3">
            <a:avLst>
              <a:gd fmla="val -14484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41"/>
          <p:cNvCxnSpPr>
            <a:stCxn id="291" idx="3"/>
            <a:endCxn id="294" idx="1"/>
          </p:cNvCxnSpPr>
          <p:nvPr/>
        </p:nvCxnSpPr>
        <p:spPr>
          <a:xfrm flipH="1" rot="10800000">
            <a:off x="5451400" y="2832656"/>
            <a:ext cx="659100" cy="1059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97" name="Google Shape;297;p41"/>
          <p:cNvGrpSpPr/>
          <p:nvPr/>
        </p:nvGrpSpPr>
        <p:grpSpPr>
          <a:xfrm>
            <a:off x="4068875" y="493350"/>
            <a:ext cx="1378800" cy="1308900"/>
            <a:chOff x="4068875" y="493350"/>
            <a:chExt cx="1378800" cy="1308900"/>
          </a:xfrm>
        </p:grpSpPr>
        <p:sp>
          <p:nvSpPr>
            <p:cNvPr id="298" name="Google Shape;298;p41"/>
            <p:cNvSpPr/>
            <p:nvPr/>
          </p:nvSpPr>
          <p:spPr>
            <a:xfrm>
              <a:off x="4068875" y="493350"/>
              <a:ext cx="1378800" cy="130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0"/>
            </a:p>
          </p:txBody>
        </p:sp>
        <p:pic>
          <p:nvPicPr>
            <p:cNvPr id="299" name="Google Shape;299;p4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158313" y="626274"/>
              <a:ext cx="531300" cy="531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4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808900" y="601344"/>
              <a:ext cx="592925" cy="5811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41"/>
            <p:cNvPicPr preferRelativeResize="0"/>
            <p:nvPr/>
          </p:nvPicPr>
          <p:blipFill rotWithShape="1">
            <a:blip r:embed="rId13">
              <a:alphaModFix/>
            </a:blip>
            <a:srcRect b="20363" l="-392" r="13171" t="0"/>
            <a:stretch/>
          </p:blipFill>
          <p:spPr>
            <a:xfrm>
              <a:off x="4208887" y="906575"/>
              <a:ext cx="979800" cy="8945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2" name="Google Shape;302;p41"/>
          <p:cNvCxnSpPr>
            <a:stCxn id="288" idx="1"/>
            <a:endCxn id="286" idx="3"/>
          </p:cNvCxnSpPr>
          <p:nvPr/>
        </p:nvCxnSpPr>
        <p:spPr>
          <a:xfrm flipH="1">
            <a:off x="4519297" y="4276292"/>
            <a:ext cx="1652400" cy="2313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41"/>
          <p:cNvSpPr txBox="1"/>
          <p:nvPr/>
        </p:nvSpPr>
        <p:spPr>
          <a:xfrm>
            <a:off x="4086575" y="0"/>
            <a:ext cx="1343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AI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304" name="Google Shape;304;p41" title="Screenshot 2026-08-11 at 10.25.21 AM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50375" y="264450"/>
            <a:ext cx="446350" cy="921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2" title="Screenshot 2026-08-10 at 3.3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976" y="813862"/>
            <a:ext cx="734499" cy="597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42"/>
          <p:cNvGrpSpPr/>
          <p:nvPr/>
        </p:nvGrpSpPr>
        <p:grpSpPr>
          <a:xfrm>
            <a:off x="1620638" y="758775"/>
            <a:ext cx="717451" cy="557113"/>
            <a:chOff x="1410700" y="758775"/>
            <a:chExt cx="717451" cy="557113"/>
          </a:xfrm>
        </p:grpSpPr>
        <p:pic>
          <p:nvPicPr>
            <p:cNvPr id="311" name="Google Shape;311;p42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61975" y="758775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42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410700" y="909238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3" name="Google Shape;313;p42" title="Screenshot 2026-08-10 at 3.34.58 PM.png"/>
          <p:cNvPicPr preferRelativeResize="0"/>
          <p:nvPr/>
        </p:nvPicPr>
        <p:blipFill rotWithShape="1">
          <a:blip r:embed="rId5">
            <a:alphaModFix/>
          </a:blip>
          <a:srcRect b="0" l="26576" r="15651" t="0"/>
          <a:stretch/>
        </p:blipFill>
        <p:spPr>
          <a:xfrm>
            <a:off x="2888412" y="318150"/>
            <a:ext cx="592913" cy="1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2" title="Screenshot 2026-08-10 at 3.35.4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700" y="318160"/>
            <a:ext cx="1706050" cy="18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42"/>
          <p:cNvCxnSpPr>
            <a:stCxn id="313" idx="1"/>
            <a:endCxn id="311" idx="1"/>
          </p:cNvCxnSpPr>
          <p:nvPr/>
        </p:nvCxnSpPr>
        <p:spPr>
          <a:xfrm rot="10800000">
            <a:off x="2338212" y="961975"/>
            <a:ext cx="550200" cy="1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42"/>
          <p:cNvCxnSpPr>
            <a:stCxn id="313" idx="1"/>
            <a:endCxn id="312" idx="1"/>
          </p:cNvCxnSpPr>
          <p:nvPr/>
        </p:nvCxnSpPr>
        <p:spPr>
          <a:xfrm rot="10800000">
            <a:off x="2186712" y="1112575"/>
            <a:ext cx="7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42"/>
          <p:cNvCxnSpPr>
            <a:stCxn id="312" idx="3"/>
            <a:endCxn id="309" idx="1"/>
          </p:cNvCxnSpPr>
          <p:nvPr/>
        </p:nvCxnSpPr>
        <p:spPr>
          <a:xfrm rot="10800000">
            <a:off x="1089338" y="1112563"/>
            <a:ext cx="5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42"/>
          <p:cNvCxnSpPr>
            <a:stCxn id="314" idx="1"/>
          </p:cNvCxnSpPr>
          <p:nvPr/>
        </p:nvCxnSpPr>
        <p:spPr>
          <a:xfrm flipH="1">
            <a:off x="5447800" y="1243935"/>
            <a:ext cx="7239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42"/>
          <p:cNvCxnSpPr>
            <a:endCxn id="313" idx="3"/>
          </p:cNvCxnSpPr>
          <p:nvPr/>
        </p:nvCxnSpPr>
        <p:spPr>
          <a:xfrm rot="10800000">
            <a:off x="3481325" y="1112575"/>
            <a:ext cx="557700" cy="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20" name="Google Shape;320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87787" y="3581675"/>
            <a:ext cx="1931647" cy="18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2"/>
          <p:cNvPicPr preferRelativeResize="0"/>
          <p:nvPr/>
        </p:nvPicPr>
        <p:blipFill rotWithShape="1">
          <a:blip r:embed="rId8">
            <a:alphaModFix/>
          </a:blip>
          <a:srcRect b="24822" l="9331" r="9029" t="39733"/>
          <a:stretch/>
        </p:blipFill>
        <p:spPr>
          <a:xfrm>
            <a:off x="862475" y="2746938"/>
            <a:ext cx="1903000" cy="49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71697" y="3621875"/>
            <a:ext cx="2332550" cy="13088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2"/>
          <p:cNvCxnSpPr>
            <a:stCxn id="320" idx="1"/>
            <a:endCxn id="321" idx="1"/>
          </p:cNvCxnSpPr>
          <p:nvPr/>
        </p:nvCxnSpPr>
        <p:spPr>
          <a:xfrm rot="10800000">
            <a:off x="862488" y="2995450"/>
            <a:ext cx="1725300" cy="1512000"/>
          </a:xfrm>
          <a:prstGeom prst="curvedConnector3">
            <a:avLst>
              <a:gd fmla="val 1138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42"/>
          <p:cNvCxnSpPr>
            <a:stCxn id="321" idx="3"/>
            <a:endCxn id="325" idx="1"/>
          </p:cNvCxnSpPr>
          <p:nvPr/>
        </p:nvCxnSpPr>
        <p:spPr>
          <a:xfrm flipH="1" rot="10800000">
            <a:off x="2765475" y="2938606"/>
            <a:ext cx="979800" cy="56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42"/>
          <p:cNvCxnSpPr>
            <a:stCxn id="322" idx="1"/>
            <a:endCxn id="320" idx="3"/>
          </p:cNvCxnSpPr>
          <p:nvPr/>
        </p:nvCxnSpPr>
        <p:spPr>
          <a:xfrm flipH="1">
            <a:off x="4519297" y="4276292"/>
            <a:ext cx="1652400" cy="2313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27" name="Google Shape;327;p42"/>
          <p:cNvGrpSpPr/>
          <p:nvPr/>
        </p:nvGrpSpPr>
        <p:grpSpPr>
          <a:xfrm>
            <a:off x="3745350" y="2029900"/>
            <a:ext cx="1706050" cy="1817311"/>
            <a:chOff x="3745350" y="2029900"/>
            <a:chExt cx="1706050" cy="1817311"/>
          </a:xfrm>
        </p:grpSpPr>
        <p:pic>
          <p:nvPicPr>
            <p:cNvPr id="325" name="Google Shape;325;p42" title="Screenshot 2026-08-10 at 3.36.30 PM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745350" y="2029900"/>
              <a:ext cx="1706050" cy="1817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42"/>
            <p:cNvSpPr/>
            <p:nvPr/>
          </p:nvSpPr>
          <p:spPr>
            <a:xfrm>
              <a:off x="3931050" y="3391875"/>
              <a:ext cx="1359900" cy="349800"/>
            </a:xfrm>
            <a:prstGeom prst="roundRect">
              <a:avLst>
                <a:gd fmla="val 16667" name="adj"/>
              </a:avLst>
            </a:prstGeom>
            <a:solidFill>
              <a:srgbClr val="005B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</a:rPr>
                <a:t>WEB</a:t>
              </a:r>
              <a:endParaRPr b="1" sz="1700">
                <a:solidFill>
                  <a:schemeClr val="lt1"/>
                </a:solidFill>
              </a:endParaRPr>
            </a:p>
          </p:txBody>
        </p:sp>
      </p:grpSp>
      <p:pic>
        <p:nvPicPr>
          <p:cNvPr id="329" name="Google Shape;329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10638" y="1907000"/>
            <a:ext cx="1931647" cy="18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0" name="Google Shape;330;p42"/>
          <p:cNvCxnSpPr>
            <a:stCxn id="329" idx="3"/>
            <a:endCxn id="314" idx="3"/>
          </p:cNvCxnSpPr>
          <p:nvPr/>
        </p:nvCxnSpPr>
        <p:spPr>
          <a:xfrm rot="10800000">
            <a:off x="7877885" y="1243975"/>
            <a:ext cx="164400" cy="1588800"/>
          </a:xfrm>
          <a:prstGeom prst="curvedConnector3">
            <a:avLst>
              <a:gd fmla="val -14484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42"/>
          <p:cNvCxnSpPr>
            <a:stCxn id="325" idx="3"/>
            <a:endCxn id="329" idx="1"/>
          </p:cNvCxnSpPr>
          <p:nvPr/>
        </p:nvCxnSpPr>
        <p:spPr>
          <a:xfrm flipH="1" rot="10800000">
            <a:off x="5451400" y="2832656"/>
            <a:ext cx="659100" cy="1059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32" name="Google Shape;332;p42"/>
          <p:cNvGrpSpPr/>
          <p:nvPr/>
        </p:nvGrpSpPr>
        <p:grpSpPr>
          <a:xfrm>
            <a:off x="4068875" y="493350"/>
            <a:ext cx="1378801" cy="1308900"/>
            <a:chOff x="4068875" y="493350"/>
            <a:chExt cx="1378801" cy="1308900"/>
          </a:xfrm>
        </p:grpSpPr>
        <p:sp>
          <p:nvSpPr>
            <p:cNvPr id="333" name="Google Shape;333;p42"/>
            <p:cNvSpPr/>
            <p:nvPr/>
          </p:nvSpPr>
          <p:spPr>
            <a:xfrm>
              <a:off x="4068875" y="493350"/>
              <a:ext cx="1378800" cy="130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0"/>
            </a:p>
          </p:txBody>
        </p:sp>
        <p:grpSp>
          <p:nvGrpSpPr>
            <p:cNvPr id="334" name="Google Shape;334;p42"/>
            <p:cNvGrpSpPr/>
            <p:nvPr/>
          </p:nvGrpSpPr>
          <p:grpSpPr>
            <a:xfrm>
              <a:off x="5043033" y="1411265"/>
              <a:ext cx="404643" cy="389857"/>
              <a:chOff x="3985625" y="281500"/>
              <a:chExt cx="1702325" cy="1640120"/>
            </a:xfrm>
          </p:grpSpPr>
          <p:pic>
            <p:nvPicPr>
              <p:cNvPr id="335" name="Google Shape;335;p4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4893525" y="318150"/>
                <a:ext cx="794425" cy="7944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6" name="Google Shape;336;p42"/>
              <p:cNvPicPr preferRelativeResize="0"/>
              <p:nvPr/>
            </p:nvPicPr>
            <p:blipFill rotWithShape="1">
              <a:blip r:embed="rId12">
                <a:alphaModFix/>
              </a:blip>
              <a:srcRect b="4984" l="25785" r="25137" t="5378"/>
              <a:stretch/>
            </p:blipFill>
            <p:spPr>
              <a:xfrm>
                <a:off x="3985625" y="281500"/>
                <a:ext cx="870299" cy="89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7" name="Google Shape;337;p42"/>
              <p:cNvPicPr preferRelativeResize="0"/>
              <p:nvPr/>
            </p:nvPicPr>
            <p:blipFill>
              <a:blip r:embed="rId13">
                <a:alphaModFix/>
              </a:blip>
              <a:stretch>
                <a:fillRect/>
              </a:stretch>
            </p:blipFill>
            <p:spPr>
              <a:xfrm>
                <a:off x="4397695" y="1026920"/>
                <a:ext cx="894700" cy="894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38" name="Google Shape;338;p42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4158313" y="626274"/>
              <a:ext cx="531300" cy="531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42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808900" y="601344"/>
              <a:ext cx="592925" cy="5811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42"/>
            <p:cNvPicPr preferRelativeResize="0"/>
            <p:nvPr/>
          </p:nvPicPr>
          <p:blipFill rotWithShape="1">
            <a:blip r:embed="rId16">
              <a:alphaModFix/>
            </a:blip>
            <a:srcRect b="20363" l="-6780" r="6780" t="0"/>
            <a:stretch/>
          </p:blipFill>
          <p:spPr>
            <a:xfrm>
              <a:off x="4137125" y="906575"/>
              <a:ext cx="1123325" cy="8945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1" name="Google Shape;341;p42" title="Screenshot 2026-08-11 at 10.25.21 AM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850375" y="264450"/>
            <a:ext cx="446350" cy="921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43" title="Screenshot 2026-08-10 at 3.3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976" y="813862"/>
            <a:ext cx="734499" cy="597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43"/>
          <p:cNvGrpSpPr/>
          <p:nvPr/>
        </p:nvGrpSpPr>
        <p:grpSpPr>
          <a:xfrm>
            <a:off x="1620638" y="758775"/>
            <a:ext cx="717451" cy="557113"/>
            <a:chOff x="1410700" y="758775"/>
            <a:chExt cx="717451" cy="557113"/>
          </a:xfrm>
        </p:grpSpPr>
        <p:pic>
          <p:nvPicPr>
            <p:cNvPr id="348" name="Google Shape;348;p43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61975" y="758775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43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410700" y="909238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0" name="Google Shape;350;p43" title="Screenshot 2026-08-10 at 3.34.58 PM.png"/>
          <p:cNvPicPr preferRelativeResize="0"/>
          <p:nvPr/>
        </p:nvPicPr>
        <p:blipFill rotWithShape="1">
          <a:blip r:embed="rId5">
            <a:alphaModFix/>
          </a:blip>
          <a:srcRect b="0" l="26576" r="15651" t="0"/>
          <a:stretch/>
        </p:blipFill>
        <p:spPr>
          <a:xfrm>
            <a:off x="2888412" y="318150"/>
            <a:ext cx="592913" cy="1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3" title="Screenshot 2026-08-10 at 3.35.4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700" y="318160"/>
            <a:ext cx="1706050" cy="18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43"/>
          <p:cNvCxnSpPr>
            <a:stCxn id="353" idx="3"/>
            <a:endCxn id="351" idx="3"/>
          </p:cNvCxnSpPr>
          <p:nvPr/>
        </p:nvCxnSpPr>
        <p:spPr>
          <a:xfrm flipH="1" rot="10800000">
            <a:off x="5451400" y="1243856"/>
            <a:ext cx="2426400" cy="1694700"/>
          </a:xfrm>
          <a:prstGeom prst="curvedConnector3">
            <a:avLst>
              <a:gd fmla="val 10981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43"/>
          <p:cNvCxnSpPr>
            <a:stCxn id="350" idx="1"/>
            <a:endCxn id="348" idx="1"/>
          </p:cNvCxnSpPr>
          <p:nvPr/>
        </p:nvCxnSpPr>
        <p:spPr>
          <a:xfrm rot="10800000">
            <a:off x="2338212" y="961975"/>
            <a:ext cx="550200" cy="1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43"/>
          <p:cNvCxnSpPr>
            <a:stCxn id="350" idx="1"/>
            <a:endCxn id="349" idx="1"/>
          </p:cNvCxnSpPr>
          <p:nvPr/>
        </p:nvCxnSpPr>
        <p:spPr>
          <a:xfrm rot="10800000">
            <a:off x="2186712" y="1112575"/>
            <a:ext cx="7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43"/>
          <p:cNvCxnSpPr>
            <a:stCxn id="349" idx="3"/>
            <a:endCxn id="346" idx="1"/>
          </p:cNvCxnSpPr>
          <p:nvPr/>
        </p:nvCxnSpPr>
        <p:spPr>
          <a:xfrm rot="10800000">
            <a:off x="1089338" y="1112563"/>
            <a:ext cx="5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43"/>
          <p:cNvCxnSpPr>
            <a:stCxn id="351" idx="1"/>
          </p:cNvCxnSpPr>
          <p:nvPr/>
        </p:nvCxnSpPr>
        <p:spPr>
          <a:xfrm flipH="1">
            <a:off x="5447800" y="1243935"/>
            <a:ext cx="7239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43"/>
          <p:cNvCxnSpPr>
            <a:endCxn id="350" idx="3"/>
          </p:cNvCxnSpPr>
          <p:nvPr/>
        </p:nvCxnSpPr>
        <p:spPr>
          <a:xfrm rot="10800000">
            <a:off x="3481325" y="1112575"/>
            <a:ext cx="557700" cy="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59" name="Google Shape;359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87787" y="3581675"/>
            <a:ext cx="1931647" cy="18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3"/>
          <p:cNvPicPr preferRelativeResize="0"/>
          <p:nvPr/>
        </p:nvPicPr>
        <p:blipFill rotWithShape="1">
          <a:blip r:embed="rId8">
            <a:alphaModFix/>
          </a:blip>
          <a:srcRect b="24822" l="9331" r="9029" t="39733"/>
          <a:stretch/>
        </p:blipFill>
        <p:spPr>
          <a:xfrm>
            <a:off x="862475" y="2746938"/>
            <a:ext cx="1903000" cy="49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71697" y="3621875"/>
            <a:ext cx="2332550" cy="13088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2" name="Google Shape;362;p43"/>
          <p:cNvCxnSpPr>
            <a:stCxn id="359" idx="1"/>
            <a:endCxn id="360" idx="1"/>
          </p:cNvCxnSpPr>
          <p:nvPr/>
        </p:nvCxnSpPr>
        <p:spPr>
          <a:xfrm rot="10800000">
            <a:off x="862488" y="2995450"/>
            <a:ext cx="1725300" cy="1512000"/>
          </a:xfrm>
          <a:prstGeom prst="curvedConnector3">
            <a:avLst>
              <a:gd fmla="val 1138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43"/>
          <p:cNvCxnSpPr>
            <a:stCxn id="360" idx="3"/>
            <a:endCxn id="353" idx="1"/>
          </p:cNvCxnSpPr>
          <p:nvPr/>
        </p:nvCxnSpPr>
        <p:spPr>
          <a:xfrm flipH="1" rot="10800000">
            <a:off x="2765475" y="2938606"/>
            <a:ext cx="979800" cy="56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43"/>
          <p:cNvCxnSpPr>
            <a:stCxn id="361" idx="1"/>
            <a:endCxn id="359" idx="3"/>
          </p:cNvCxnSpPr>
          <p:nvPr/>
        </p:nvCxnSpPr>
        <p:spPr>
          <a:xfrm flipH="1">
            <a:off x="4519297" y="4276292"/>
            <a:ext cx="1652400" cy="2313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65" name="Google Shape;365;p43"/>
          <p:cNvGrpSpPr/>
          <p:nvPr/>
        </p:nvGrpSpPr>
        <p:grpSpPr>
          <a:xfrm>
            <a:off x="3745350" y="2029900"/>
            <a:ext cx="1706050" cy="1817311"/>
            <a:chOff x="3745350" y="2029900"/>
            <a:chExt cx="1706050" cy="1817311"/>
          </a:xfrm>
        </p:grpSpPr>
        <p:pic>
          <p:nvPicPr>
            <p:cNvPr id="353" name="Google Shape;353;p43" title="Screenshot 2026-08-10 at 3.36.30 PM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745350" y="2029900"/>
              <a:ext cx="1706050" cy="1817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43"/>
            <p:cNvSpPr/>
            <p:nvPr/>
          </p:nvSpPr>
          <p:spPr>
            <a:xfrm>
              <a:off x="3931050" y="3391875"/>
              <a:ext cx="1359900" cy="349800"/>
            </a:xfrm>
            <a:prstGeom prst="roundRect">
              <a:avLst>
                <a:gd fmla="val 16667" name="adj"/>
              </a:avLst>
            </a:prstGeom>
            <a:solidFill>
              <a:srgbClr val="005B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</a:rPr>
                <a:t>INTERNET</a:t>
              </a:r>
              <a:endParaRPr b="1" sz="1700">
                <a:solidFill>
                  <a:schemeClr val="lt1"/>
                </a:solidFill>
              </a:endParaRPr>
            </a:p>
          </p:txBody>
        </p:sp>
      </p:grpSp>
      <p:sp>
        <p:nvSpPr>
          <p:cNvPr id="367" name="Google Shape;367;p43"/>
          <p:cNvSpPr/>
          <p:nvPr/>
        </p:nvSpPr>
        <p:spPr>
          <a:xfrm>
            <a:off x="4068875" y="493350"/>
            <a:ext cx="1378800" cy="130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/>
              <a:t>?</a:t>
            </a:r>
            <a:endParaRPr b="1" sz="6000"/>
          </a:p>
        </p:txBody>
      </p:sp>
      <p:pic>
        <p:nvPicPr>
          <p:cNvPr id="368" name="Google Shape;368;p43" title="Screenshot 2026-08-11 at 10.25.21 A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50375" y="264450"/>
            <a:ext cx="446350" cy="92102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3"/>
          <p:cNvSpPr txBox="1"/>
          <p:nvPr/>
        </p:nvSpPr>
        <p:spPr>
          <a:xfrm>
            <a:off x="123313" y="139225"/>
            <a:ext cx="2463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User Experience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4" title="Screenshot 2026-08-10 at 3.3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976" y="813862"/>
            <a:ext cx="734499" cy="597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44"/>
          <p:cNvGrpSpPr/>
          <p:nvPr/>
        </p:nvGrpSpPr>
        <p:grpSpPr>
          <a:xfrm>
            <a:off x="1620638" y="758775"/>
            <a:ext cx="717451" cy="557113"/>
            <a:chOff x="1410700" y="758775"/>
            <a:chExt cx="717451" cy="557113"/>
          </a:xfrm>
        </p:grpSpPr>
        <p:pic>
          <p:nvPicPr>
            <p:cNvPr id="376" name="Google Shape;376;p44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61975" y="758775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44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410700" y="909238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8" name="Google Shape;378;p44" title="Screenshot 2026-08-10 at 3.34.58 PM.png"/>
          <p:cNvPicPr preferRelativeResize="0"/>
          <p:nvPr/>
        </p:nvPicPr>
        <p:blipFill rotWithShape="1">
          <a:blip r:embed="rId5">
            <a:alphaModFix/>
          </a:blip>
          <a:srcRect b="0" l="26576" r="15651" t="0"/>
          <a:stretch/>
        </p:blipFill>
        <p:spPr>
          <a:xfrm>
            <a:off x="2888412" y="318150"/>
            <a:ext cx="592913" cy="1588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9" name="Google Shape;379;p44"/>
          <p:cNvCxnSpPr>
            <a:stCxn id="378" idx="1"/>
            <a:endCxn id="376" idx="1"/>
          </p:cNvCxnSpPr>
          <p:nvPr/>
        </p:nvCxnSpPr>
        <p:spPr>
          <a:xfrm rot="10800000">
            <a:off x="2338212" y="961975"/>
            <a:ext cx="550200" cy="1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44"/>
          <p:cNvCxnSpPr>
            <a:stCxn id="378" idx="1"/>
            <a:endCxn id="377" idx="1"/>
          </p:cNvCxnSpPr>
          <p:nvPr/>
        </p:nvCxnSpPr>
        <p:spPr>
          <a:xfrm rot="10800000">
            <a:off x="2186712" y="1112575"/>
            <a:ext cx="7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44"/>
          <p:cNvCxnSpPr>
            <a:stCxn id="377" idx="3"/>
            <a:endCxn id="374" idx="1"/>
          </p:cNvCxnSpPr>
          <p:nvPr/>
        </p:nvCxnSpPr>
        <p:spPr>
          <a:xfrm rot="10800000">
            <a:off x="1089338" y="1112563"/>
            <a:ext cx="5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82" name="Google Shape;38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697" y="3621875"/>
            <a:ext cx="2332550" cy="13088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44"/>
          <p:cNvGrpSpPr/>
          <p:nvPr/>
        </p:nvGrpSpPr>
        <p:grpSpPr>
          <a:xfrm rot="3335402">
            <a:off x="3745550" y="2029811"/>
            <a:ext cx="1706018" cy="1817277"/>
            <a:chOff x="3745350" y="2029900"/>
            <a:chExt cx="1706050" cy="1817311"/>
          </a:xfrm>
        </p:grpSpPr>
        <p:pic>
          <p:nvPicPr>
            <p:cNvPr id="384" name="Google Shape;384;p44" title="Screenshot 2026-08-10 at 3.36.30 PM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45350" y="2029900"/>
              <a:ext cx="1706050" cy="1817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44"/>
            <p:cNvSpPr/>
            <p:nvPr/>
          </p:nvSpPr>
          <p:spPr>
            <a:xfrm>
              <a:off x="3931050" y="3391875"/>
              <a:ext cx="1359900" cy="349800"/>
            </a:xfrm>
            <a:prstGeom prst="roundRect">
              <a:avLst>
                <a:gd fmla="val 16667" name="adj"/>
              </a:avLst>
            </a:prstGeom>
            <a:solidFill>
              <a:srgbClr val="005B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</a:rPr>
                <a:t>INTERNET</a:t>
              </a:r>
              <a:endParaRPr b="1" sz="1700">
                <a:solidFill>
                  <a:schemeClr val="lt1"/>
                </a:solidFill>
              </a:endParaRPr>
            </a:p>
          </p:txBody>
        </p:sp>
      </p:grpSp>
      <p:cxnSp>
        <p:nvCxnSpPr>
          <p:cNvPr id="386" name="Google Shape;386;p44"/>
          <p:cNvCxnSpPr>
            <a:stCxn id="384" idx="1"/>
            <a:endCxn id="378" idx="3"/>
          </p:cNvCxnSpPr>
          <p:nvPr/>
        </p:nvCxnSpPr>
        <p:spPr>
          <a:xfrm flipH="1" rot="5400000">
            <a:off x="3237965" y="1356154"/>
            <a:ext cx="1122000" cy="635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44"/>
          <p:cNvCxnSpPr>
            <a:stCxn id="382" idx="1"/>
            <a:endCxn id="384" idx="3"/>
          </p:cNvCxnSpPr>
          <p:nvPr/>
        </p:nvCxnSpPr>
        <p:spPr>
          <a:xfrm rot="10800000">
            <a:off x="5080597" y="3642092"/>
            <a:ext cx="1091100" cy="634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8" name="Google Shape;388;p44"/>
          <p:cNvSpPr txBox="1"/>
          <p:nvPr/>
        </p:nvSpPr>
        <p:spPr>
          <a:xfrm>
            <a:off x="123313" y="139225"/>
            <a:ext cx="2463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User Experience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389" name="Google Shape;389;p44" title="ayjwzc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94975" y="3243675"/>
            <a:ext cx="2559726" cy="18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5" title="Screenshot 2026-08-10 at 3.3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976" y="813862"/>
            <a:ext cx="734499" cy="597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" name="Google Shape;395;p45"/>
          <p:cNvGrpSpPr/>
          <p:nvPr/>
        </p:nvGrpSpPr>
        <p:grpSpPr>
          <a:xfrm>
            <a:off x="1620638" y="758775"/>
            <a:ext cx="717451" cy="557113"/>
            <a:chOff x="1410700" y="758775"/>
            <a:chExt cx="717451" cy="557113"/>
          </a:xfrm>
        </p:grpSpPr>
        <p:pic>
          <p:nvPicPr>
            <p:cNvPr id="396" name="Google Shape;396;p45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61975" y="758775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45" title="Screenshot 2026-08-10 at 3.33.11 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410700" y="909238"/>
              <a:ext cx="566176" cy="4066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8" name="Google Shape;398;p45" title="Screenshot 2026-08-10 at 3.34.58 PM.png"/>
          <p:cNvPicPr preferRelativeResize="0"/>
          <p:nvPr/>
        </p:nvPicPr>
        <p:blipFill rotWithShape="1">
          <a:blip r:embed="rId5">
            <a:alphaModFix/>
          </a:blip>
          <a:srcRect b="0" l="26576" r="15651" t="0"/>
          <a:stretch/>
        </p:blipFill>
        <p:spPr>
          <a:xfrm>
            <a:off x="2888412" y="318150"/>
            <a:ext cx="592913" cy="1588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45"/>
          <p:cNvCxnSpPr>
            <a:stCxn id="398" idx="1"/>
            <a:endCxn id="396" idx="1"/>
          </p:cNvCxnSpPr>
          <p:nvPr/>
        </p:nvCxnSpPr>
        <p:spPr>
          <a:xfrm rot="10800000">
            <a:off x="2338212" y="961975"/>
            <a:ext cx="550200" cy="1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45"/>
          <p:cNvCxnSpPr>
            <a:stCxn id="398" idx="1"/>
            <a:endCxn id="397" idx="1"/>
          </p:cNvCxnSpPr>
          <p:nvPr/>
        </p:nvCxnSpPr>
        <p:spPr>
          <a:xfrm rot="10800000">
            <a:off x="2186712" y="1112575"/>
            <a:ext cx="7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45"/>
          <p:cNvCxnSpPr>
            <a:stCxn id="397" idx="3"/>
            <a:endCxn id="394" idx="1"/>
          </p:cNvCxnSpPr>
          <p:nvPr/>
        </p:nvCxnSpPr>
        <p:spPr>
          <a:xfrm rot="10800000">
            <a:off x="1089338" y="1112563"/>
            <a:ext cx="5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02" name="Google Shape;402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697" y="3621875"/>
            <a:ext cx="2332550" cy="13088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45"/>
          <p:cNvGrpSpPr/>
          <p:nvPr/>
        </p:nvGrpSpPr>
        <p:grpSpPr>
          <a:xfrm rot="3335402">
            <a:off x="3745550" y="2029811"/>
            <a:ext cx="1706018" cy="1817277"/>
            <a:chOff x="3745350" y="2029900"/>
            <a:chExt cx="1706050" cy="1817311"/>
          </a:xfrm>
        </p:grpSpPr>
        <p:pic>
          <p:nvPicPr>
            <p:cNvPr id="404" name="Google Shape;404;p45" title="Screenshot 2026-08-10 at 3.36.30 PM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45350" y="2029900"/>
              <a:ext cx="1706050" cy="1817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45"/>
            <p:cNvSpPr/>
            <p:nvPr/>
          </p:nvSpPr>
          <p:spPr>
            <a:xfrm>
              <a:off x="3931050" y="3391875"/>
              <a:ext cx="1359900" cy="349800"/>
            </a:xfrm>
            <a:prstGeom prst="roundRect">
              <a:avLst>
                <a:gd fmla="val 16667" name="adj"/>
              </a:avLst>
            </a:prstGeom>
            <a:solidFill>
              <a:srgbClr val="005B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</a:rPr>
                <a:t>INTERNET</a:t>
              </a:r>
              <a:endParaRPr b="1" sz="1700">
                <a:solidFill>
                  <a:schemeClr val="lt1"/>
                </a:solidFill>
              </a:endParaRPr>
            </a:p>
          </p:txBody>
        </p:sp>
      </p:grpSp>
      <p:cxnSp>
        <p:nvCxnSpPr>
          <p:cNvPr id="406" name="Google Shape;406;p45"/>
          <p:cNvCxnSpPr>
            <a:stCxn id="404" idx="1"/>
            <a:endCxn id="398" idx="3"/>
          </p:cNvCxnSpPr>
          <p:nvPr/>
        </p:nvCxnSpPr>
        <p:spPr>
          <a:xfrm flipH="1" rot="5400000">
            <a:off x="3237965" y="1356154"/>
            <a:ext cx="1122000" cy="635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45"/>
          <p:cNvCxnSpPr>
            <a:stCxn id="402" idx="1"/>
            <a:endCxn id="404" idx="3"/>
          </p:cNvCxnSpPr>
          <p:nvPr/>
        </p:nvCxnSpPr>
        <p:spPr>
          <a:xfrm rot="10800000">
            <a:off x="5080597" y="3642092"/>
            <a:ext cx="1091100" cy="634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" name="Google Shape;408;p45"/>
          <p:cNvSpPr txBox="1"/>
          <p:nvPr/>
        </p:nvSpPr>
        <p:spPr>
          <a:xfrm>
            <a:off x="123313" y="139225"/>
            <a:ext cx="2463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User Experience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409" name="Google Shape;409;p45" title="ayjwzc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94975" y="3243675"/>
            <a:ext cx="2559726" cy="18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447385">
            <a:off x="7381271" y="2406425"/>
            <a:ext cx="828300" cy="82832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5"/>
          <p:cNvSpPr txBox="1"/>
          <p:nvPr/>
        </p:nvSpPr>
        <p:spPr>
          <a:xfrm>
            <a:off x="6431175" y="2423113"/>
            <a:ext cx="1143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</a:rPr>
              <a:t>SUX</a:t>
            </a:r>
            <a:endParaRPr b="1" sz="3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