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  <p:embeddedFont>
      <p:font typeface="Alfa Slab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lfaSlabOne-regular.fntdata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ff7824d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ff7824d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f7824d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f7824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f7824d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f7824d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oot-jtju-qkn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webkit.org/b/305251" TargetMode="External"/><Relationship Id="rId10" Type="http://schemas.openxmlformats.org/officeDocument/2006/relationships/hyperlink" Target="https://chromestatus.com/feature/6330376953921536" TargetMode="External"/><Relationship Id="rId9" Type="http://schemas.openxmlformats.org/officeDocument/2006/relationships/hyperlink" Target="https://web.dev/blog/lcp-and-inp-are-now-baseline-newly-available?hl=en#are_there_any_differences_in_the_implementations" TargetMode="External"/><Relationship Id="rId5" Type="http://schemas.openxmlformats.org/officeDocument/2006/relationships/hyperlink" Target="https://developer.chrome.com/blog/prerender-until-script-origin-trial" TargetMode="External"/><Relationship Id="rId6" Type="http://schemas.openxmlformats.org/officeDocument/2006/relationships/hyperlink" Target="https://bsky.app/profile/tunetheweb.com/post/3mdzlhcq5tc2d" TargetMode="External"/><Relationship Id="rId7" Type="http://schemas.openxmlformats.org/officeDocument/2006/relationships/hyperlink" Target="https://chromestatus.com/feature/5155103518228480" TargetMode="External"/><Relationship Id="rId8" Type="http://schemas.openxmlformats.org/officeDocument/2006/relationships/hyperlink" Target="https://chromestatus.com/feature/51628598380462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</a:t>
            </a:r>
            <a:br>
              <a:rPr lang="en"/>
            </a:br>
            <a:r>
              <a:rPr lang="en"/>
              <a:t>Community Group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2026-02-11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Agenda for March / 2026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 Timing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Barry's Bytes / Chrome update (-Barry)</a:t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Wednesday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Wed </a:t>
            </a:r>
            <a:r>
              <a:rPr b="1" lang="en" u="sng"/>
              <a:t>March 11th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b="1" lang="en" u="sng"/>
              <a:t>Wednesday</a:t>
            </a:r>
            <a:r>
              <a:rPr lang="en"/>
              <a:t> </a:t>
            </a:r>
            <a:r>
              <a:rPr lang="en"/>
              <a:t>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Interop 2026 updates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CWV across the browsers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TAO / ServerTiming header adoption updates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CPU Perf API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Unused preload RUM - Yoav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545" y="1293857"/>
            <a:ext cx="3273750" cy="255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go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Timing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313" y="1109250"/>
            <a:ext cx="496538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Barry's Bytes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0200" y="445025"/>
            <a:ext cx="1472100" cy="14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Safari INP reporting slower than actually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https://webkit.org/b/305251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Not currently in 26.3 beta so might not be fixed until 26.4?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144 - Speculation Rules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prerender_until_script </a:t>
            </a:r>
            <a:r>
              <a:rPr lang="en"/>
              <a:t>origin trial 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https://developer.chrome.com/blog/prerender-until-script-origin-trial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145  - Soft Navigations in Performance traces - 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https://bsky.app/profile/tunetheweb.com/post/3mdzlhcq5tc2d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145 - Use of CssPixels in LayoutShift API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https://chromestatus.com/feature/5155103518228480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77777"/>
              <a:buChar char="○"/>
            </a:pPr>
            <a:r>
              <a:rPr lang="en" sz="1800"/>
              <a:t>can affect if you have any CSS debugging tolls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145 - Add presentationTime/paintTime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https://chromestatus.com/feature/5162859838046208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https://web.dev/blog/lcp-and-inp-are-now-baseline-newly-available?hl=en#are_there_any_differences_in_the_implementations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146 - Device Memory Changes</a:t>
            </a:r>
            <a:endParaRPr/>
          </a:p>
          <a:p>
            <a:pPr indent="-277494" lvl="1" marL="914400" rtl="0" algn="l">
              <a:spcBef>
                <a:spcPts val="1000"/>
              </a:spcBef>
              <a:spcAft>
                <a:spcPts val="100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https://chromestatus.com/feature/6330376953921536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