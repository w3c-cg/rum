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Alfa Slab On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AlfaSlabOn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9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10f50819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f10f50819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10f50819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10f50819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6c8824f3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6c8824f3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e1d2ef8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e1d2ef8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cde30c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5cde30c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af982ac1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af982ac1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af982ac13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af982ac13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5cde30c6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5cde30c6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w3c-cg/rum" TargetMode="External"/><Relationship Id="rId4" Type="http://schemas.openxmlformats.org/officeDocument/2006/relationships/hyperlink" Target="https://github.com/orgs/w3c-cg/projects/1" TargetMode="External"/><Relationship Id="rId11" Type="http://schemas.openxmlformats.org/officeDocument/2006/relationships/hyperlink" Target="https://join.slack.com/t/webperformance/shared_invite/zt-2tfv0xswx-ScO5G8CjsWCajTvfXigo~g" TargetMode="External"/><Relationship Id="rId10" Type="http://schemas.openxmlformats.org/officeDocument/2006/relationships/hyperlink" Target="https://groups.google.com/g/rumcg-participants" TargetMode="External"/><Relationship Id="rId12" Type="http://schemas.openxmlformats.org/officeDocument/2006/relationships/hyperlink" Target="https://lists.w3.org/Archives/Public/public-rumcg/" TargetMode="External"/><Relationship Id="rId9" Type="http://schemas.openxmlformats.org/officeDocument/2006/relationships/hyperlink" Target="http://meet.google.com/oot-jtju-qkn" TargetMode="External"/><Relationship Id="rId5" Type="http://schemas.openxmlformats.org/officeDocument/2006/relationships/hyperlink" Target="http://fireflies.ai" TargetMode="External"/><Relationship Id="rId6" Type="http://schemas.openxmlformats.org/officeDocument/2006/relationships/hyperlink" Target="https://docs.google.com/document/d/1rLCI3sySslyZXyZkx5r3c8J1RYBHgYoulyUu-KybLDw/edit?tab=t.0#heading=h.47h6tzdi5d55" TargetMode="External"/><Relationship Id="rId7" Type="http://schemas.openxmlformats.org/officeDocument/2006/relationships/hyperlink" Target="https://docs.google.com/document/d/1rLCI3sySslyZXyZkx5r3c8J1RYBHgYoulyUu-KybLDw/edit?tab=t.0#heading=h.47h6tzdi5d55" TargetMode="External"/><Relationship Id="rId8" Type="http://schemas.openxmlformats.org/officeDocument/2006/relationships/hyperlink" Target="https://bit.ly/rumcg-agend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rumcg-agenda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eventbrite.com/e/w3-rum-community-group-real-user-meeting-google-amsterdam-tickets-1576022127609?aff=oddtdtcreator&amp;_gl=1%2A1b24uhd%2A_up%2AMQ..%2A_ga%2AMTEzMjU4NDUyMy4xNzU2MTA4MzUy%2A_ga_TQVES5V6SH%2AczE3NTYxMDgzNTEkbzEkZzAkdDE3NTYxMDgzNTEkajYwJGwwJGgw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chrome.com/blog/lighthouse-13-0" TargetMode="External"/><Relationship Id="rId4" Type="http://schemas.openxmlformats.org/officeDocument/2006/relationships/hyperlink" Target="https://chromestatus.com/feature/5808599110254592" TargetMode="External"/><Relationship Id="rId11" Type="http://schemas.openxmlformats.org/officeDocument/2006/relationships/hyperlink" Target="https://developer.chrome.com/blog/chrome-devtools-mcp" TargetMode="External"/><Relationship Id="rId10" Type="http://schemas.openxmlformats.org/officeDocument/2006/relationships/hyperlink" Target="https://github.com/explainers-by-googlers/cpu-performance" TargetMode="External"/><Relationship Id="rId12" Type="http://schemas.openxmlformats.org/officeDocument/2006/relationships/hyperlink" Target="https://addyosmani.com/blog/core-web-vitals/" TargetMode="External"/><Relationship Id="rId9" Type="http://schemas.openxmlformats.org/officeDocument/2006/relationships/hyperlink" Target="https://github.com/w3c/event-timing/pull/160" TargetMode="External"/><Relationship Id="rId5" Type="http://schemas.openxmlformats.org/officeDocument/2006/relationships/hyperlink" Target="https://chromestatus.com/feature/5088012836536320" TargetMode="External"/><Relationship Id="rId6" Type="http://schemas.openxmlformats.org/officeDocument/2006/relationships/hyperlink" Target="https://docs.google.com/document/d/1YPbtUPfZIDElzBZNx8IQMzRFvy8oauLG_i1XIr6jgTs/edit?tab=t.0#heading=h.ndgyftleqzya" TargetMode="External"/><Relationship Id="rId7" Type="http://schemas.openxmlformats.org/officeDocument/2006/relationships/hyperlink" Target="https://developer.chrome.com/blog/crux-dashboard-deprecation" TargetMode="External"/><Relationship Id="rId8" Type="http://schemas.openxmlformats.org/officeDocument/2006/relationships/hyperlink" Target="https://developer.chrome.com/docs/web-platform/soft-navigations-experimen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pple.com/documentation/safari-technology-preview-release-notes/stp-release-229#New-Features" TargetMode="External"/><Relationship Id="rId4" Type="http://schemas.openxmlformats.org/officeDocument/2006/relationships/hyperlink" Target="https://bugs.webkit.org/show_bug.cgi?id=300102" TargetMode="External"/><Relationship Id="rId5" Type="http://schemas.openxmlformats.org/officeDocument/2006/relationships/hyperlink" Target="https://github.com/WebKit/WebKit/pull/51788" TargetMode="External"/><Relationship Id="rId6" Type="http://schemas.openxmlformats.org/officeDocument/2006/relationships/hyperlink" Target="https://github.com/WebKit/WebKit/pull/48322" TargetMode="External"/><Relationship Id="rId7" Type="http://schemas.openxmlformats.org/officeDocument/2006/relationships/hyperlink" Target="https://react.dev/reference/dev-tools/react-performance-tracks" TargetMode="External"/><Relationship Id="rId8" Type="http://schemas.openxmlformats.org/officeDocument/2006/relationships/hyperlink" Target="https://www.youtube.com/live/zyVRg2QR6LA?t=8293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presentation/d/1E8NdaSATHknsT3gibRZiAknS9vGL66E2g1ZBRf-1xfg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928630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</a:t>
            </a:r>
            <a:br>
              <a:rPr lang="en"/>
            </a:br>
            <a:r>
              <a:rPr lang="en"/>
              <a:t>Community Group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489924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2025-10-10 Edition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Logistics</a:t>
            </a:r>
            <a:br>
              <a:rPr lang="en" sz="2600"/>
            </a:b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Next Meeting</a:t>
            </a:r>
            <a:br>
              <a:rPr lang="en" sz="2600"/>
            </a:b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Agenda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600"/>
              <a:t>RUM CG meetup at perf.now() (</a:t>
            </a:r>
            <a:r>
              <a:rPr i="1" lang="en" sz="2600"/>
              <a:t>RUM RUM</a:t>
            </a:r>
            <a:r>
              <a:rPr lang="en" sz="2600"/>
              <a:t>)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600"/>
              <a:t>Barry's Bytes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600"/>
              <a:t>RUM Archive</a:t>
            </a:r>
            <a:endParaRPr sz="2600"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706775" y="1152475"/>
            <a:ext cx="4260300" cy="3798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Github Repo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github.com/w3c-cg/rum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Group details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Links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Meeting minutes?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Tracking Project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github.com/orgs/w3c-cg/projects/1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Minutes via </a:t>
            </a:r>
            <a:r>
              <a:rPr lang="en" u="sng">
                <a:solidFill>
                  <a:schemeClr val="hlink"/>
                </a:solidFill>
                <a:hlinkClick r:id="rId5"/>
              </a:rPr>
              <a:t>fireflies.ai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AI summary + transcript will be posted after</a:t>
            </a:r>
            <a:endParaRPr sz="1300"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Full video recording also available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cadence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2nd Friday of the Month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60 minutes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10am ET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Age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nda Document</a:t>
            </a:r>
            <a:endParaRPr>
              <a:solidFill>
                <a:schemeClr val="accent5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</a:pPr>
            <a:r>
              <a:rPr lang="en">
                <a:solidFill>
                  <a:schemeClr val="accent5"/>
                </a:solidFill>
              </a:rPr>
              <a:t>(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r>
              <a:rPr lang="en">
                <a:solidFill>
                  <a:schemeClr val="accent5"/>
                </a:solidFill>
              </a:rPr>
              <a:t>)</a:t>
            </a:r>
            <a:br>
              <a:rPr lang="en">
                <a:solidFill>
                  <a:schemeClr val="accent5"/>
                </a:solidFill>
              </a:rPr>
            </a:b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Meet for Meetings</a:t>
            </a:r>
            <a:endParaRPr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sub to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rumcg-participants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for invites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Chat on Web Performance Slack </a:t>
            </a:r>
            <a:r>
              <a:rPr lang="en" sz="14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#w3c-rum-community-group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invites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public-rumcg@w3.org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(for discussions)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Fri </a:t>
            </a:r>
            <a:r>
              <a:rPr b="1" lang="en" u="sng"/>
              <a:t>December 12th</a:t>
            </a:r>
            <a:r>
              <a:rPr lang="en"/>
              <a:t> @ 10am 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NOTE: Skipping November (W3C TPAC)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2nd </a:t>
            </a:r>
            <a:r>
              <a:rPr lang="en"/>
              <a:t>Friday of each month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Topics?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RUM Archive?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(propose your topic here!)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Submit &amp; Vote topics @ </a:t>
            </a:r>
            <a:r>
              <a:rPr lang="en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Meeting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1350" y="2944025"/>
            <a:ext cx="3622650" cy="21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Attendees registered: 60ish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Informal discussions over lunch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would you want to discuss with the group?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Reach out to Karlijn or Cliff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campus Amsterdam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Register here</a:t>
            </a:r>
            <a:endParaRPr/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 CG meetup at perf.now() (</a:t>
            </a:r>
            <a:r>
              <a:rPr i="1" lang="en"/>
              <a:t>RUM RUM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0" y="490950"/>
            <a:ext cx="4161600" cy="41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1825"/>
            <a:ext cx="8575200" cy="39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b="1" lang="en"/>
              <a:t>Released</a:t>
            </a:r>
            <a:endParaRPr b="1"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Lighthouse v13 has dropped old audits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No-Vary-Search now supported in HTTP Cache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Purpose HTTP header removed</a:t>
            </a:r>
            <a:r>
              <a:rPr lang="en">
                <a:solidFill>
                  <a:schemeClr val="accent1"/>
                </a:solidFill>
              </a:rPr>
              <a:t> - use Sec-Purpose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Speculation Rules eagerness changes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Upcoming</a:t>
            </a:r>
            <a:endParaRPr b="1"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7"/>
              </a:rPr>
              <a:t>CrUX Dashboard deprecation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Soft Navs</a:t>
            </a:r>
            <a:r>
              <a:rPr lang="en">
                <a:solidFill>
                  <a:schemeClr val="accent1"/>
                </a:solidFill>
              </a:rPr>
              <a:t> - anyone experimenting? Any feedback?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Adding simple selector to Event Timing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CPU Performance API</a:t>
            </a:r>
            <a:r>
              <a:rPr lang="en">
                <a:solidFill>
                  <a:schemeClr val="accent1"/>
                </a:solidFill>
              </a:rPr>
              <a:t> - Intent to Prototype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Other</a:t>
            </a:r>
            <a:endParaRPr b="1"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11"/>
              </a:rPr>
              <a:t>Chrome DevTools MCP server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Addy published </a:t>
            </a:r>
            <a:r>
              <a:rPr lang="en" u="sng">
                <a:solidFill>
                  <a:schemeClr val="hlink"/>
                </a:solidFill>
                <a:hlinkClick r:id="rId12"/>
              </a:rPr>
              <a:t>a post on Core Web Vitals history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Barry’s Bytes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1825"/>
            <a:ext cx="8575200" cy="39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Safari Tech Preview </a:t>
            </a:r>
            <a:r>
              <a:rPr lang="en" u="sng">
                <a:solidFill>
                  <a:schemeClr val="hlink"/>
                </a:solidFill>
                <a:hlinkClick r:id="rId3"/>
              </a:rPr>
              <a:t>supports INP</a:t>
            </a:r>
            <a:r>
              <a:rPr lang="en">
                <a:solidFill>
                  <a:schemeClr val="accent1"/>
                </a:solidFill>
              </a:rPr>
              <a:t> behind a flag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Slow for keypresses</a:t>
            </a:r>
            <a:r>
              <a:rPr lang="en">
                <a:solidFill>
                  <a:schemeClr val="accent1"/>
                </a:solidFill>
              </a:rPr>
              <a:t> - </a:t>
            </a:r>
            <a:r>
              <a:rPr lang="en" u="sng">
                <a:solidFill>
                  <a:schemeClr val="hlink"/>
                </a:solidFill>
                <a:hlinkClick r:id="rId5"/>
              </a:rPr>
              <a:t>PR</a:t>
            </a:r>
            <a:endParaRPr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Speculation Rules support </a:t>
            </a:r>
            <a:r>
              <a:rPr lang="en" u="sng">
                <a:solidFill>
                  <a:schemeClr val="hlink"/>
                </a:solidFill>
                <a:hlinkClick r:id="rId6"/>
              </a:rPr>
              <a:t>merged into WebKit/Safari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Conservative prefetch only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More work to be done!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React supports DevTools Extensibility API</a:t>
            </a:r>
            <a:r>
              <a:rPr lang="en">
                <a:solidFill>
                  <a:schemeClr val="accent1"/>
                </a:solidFill>
              </a:rPr>
              <a:t> (</a:t>
            </a:r>
            <a:r>
              <a:rPr lang="en" u="sng">
                <a:solidFill>
                  <a:schemeClr val="hlink"/>
                </a:solidFill>
                <a:hlinkClick r:id="rId8"/>
              </a:rPr>
              <a:t>video</a:t>
            </a:r>
            <a:r>
              <a:rPr lang="en">
                <a:solidFill>
                  <a:schemeClr val="accent1"/>
                </a:solidFill>
              </a:rPr>
              <a:t>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Barry’s Bytes - non-Google/Chrome news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to deck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https://docs.google.com/presentation/d/1E8NdaSATHknsT3gibRZiAknS9vGL66E2g1ZBRf-1xfg/edit?usp=sharing</a:t>
            </a:r>
            <a:r>
              <a:rPr lang="en"/>
              <a:t> </a:t>
            </a:r>
            <a:endParaRPr/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 Archive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